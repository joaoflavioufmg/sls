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7461D-15E3-4227-B4A0-34E652374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AC3560-4085-4C64-A8AB-07E87566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FD9922-4847-496A-AECC-ABCAE3D2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30BAE-2A37-46ED-B98A-C414C64D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EDD2E1-5F98-419A-8AC6-7D62810C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95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ED214-A9E5-4837-B0A3-B0C31C44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4E73B2-D077-49C7-A672-00BE2B0A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00E7B-820B-4DC4-969A-57B01E9C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EA575E-5B3C-4EC7-A9EA-5504ACE9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ED19-94A3-4F7C-8597-028B543E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39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1F7DC-4B2A-47BF-A77E-35F24532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A6B9B9-329D-439D-84FF-75DCBE38A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5EB95F-B4A9-46F2-A47A-3896E312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22D7C1-8CD9-40AA-9F11-5186E805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52D157-0732-4F6D-A9F2-DE223512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89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4FD4C-DD16-46B8-B40C-32C3B96E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EA059C-CA02-410D-8DE1-0CAC2285B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F1D167-916C-499C-9741-4B25233C0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8D5092-F3C9-4BD5-8517-A98A59C1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934591-F942-4104-AC2E-F19FA93A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B24D0D-6F07-48AD-BDA3-B8B6B495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15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64274-B272-49DC-B818-D68E507F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F5FF7C-7297-40F0-ABDB-3135FAD65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9AC416-9E7F-442E-BCFA-371895DD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E5D57E-E4A5-40C5-9D71-7B54C2877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7815F0F-7FE7-4212-99F8-58B33FA31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445D5D-4905-42F0-B5F7-461E7EB9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4FD793-38D5-4D21-B79E-0E716D91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4B114A-6A67-46CA-9467-2F75E662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93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4F764-2034-431C-B7BD-A09F01C7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973344-2592-43E3-8397-99CD59A0C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5286B6-E41B-463E-BB6E-61D2B8745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B02731-CC05-4DC2-886D-23B0CAFE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38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23380D-3ECF-41A5-A9A3-2F8C14967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BD9061-92C4-4C99-919D-202EC530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471C3A-8B73-43C6-8CA8-17A25593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18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9F8B7-9FC2-44E7-9407-6CAF461B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74BD43-38BB-4844-9478-36BC5797D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BB655D-120E-4308-9624-E3144305A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F9F92A-F99B-4BC6-A87A-70FAA4E6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129E84-4CD1-4FA6-8D7C-94CF15E4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7CC230-4508-4965-8CB3-BD35F015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374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BB83A-E82D-4193-B4EE-03CBCBE8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E70140-1F8E-41E5-85C1-EAEAAB408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2AD0AF-144A-4919-BEEC-31C959FE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EBB6C6-22D1-4A3F-B09D-D1C04D9F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1590B4-11F6-49D9-A8D3-1701CAC5F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51D610-0293-41E0-B835-B29EDB8F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70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435E1-F036-4E22-BF33-E5A49615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8F0A03-4B03-4346-8DE9-AB01BE7FE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F95504-88A4-4AF4-9ED9-0851BB41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AFC1E-DA1C-4E27-BF12-9E942E71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900A26-06A4-4564-8502-9BB33E75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36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E65A3C-A2B5-4F4B-848C-E9C64BE08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F047E6-5122-4209-98C2-FA46CC98E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9477B4-B552-4146-93FF-F57A4C71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ADAB6-D90C-45DF-AA55-1C89A460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F74F7B-6F1D-40EE-B845-F8134B67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31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7D23FE0-5AF8-4DA1-83C0-CF5A81E9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A7107-4DFC-4780-8129-58F5BF3BE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B6A3B9-F0B8-47BD-976E-CAD5D19C0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B5253-AA8A-43CC-9B0F-749AACDC5A73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8B080-4F65-4235-A213-BA38764CF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CCE4E0-969C-45AD-B16C-127615C25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96CEA-977F-4279-AF45-8F0CB7B1E6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42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86BB6C4-7607-4DD4-BA8E-159FD6264EE4}"/>
              </a:ext>
            </a:extLst>
          </p:cNvPr>
          <p:cNvSpPr txBox="1"/>
          <p:nvPr/>
        </p:nvSpPr>
        <p:spPr>
          <a:xfrm>
            <a:off x="2498270" y="206891"/>
            <a:ext cx="7520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CENTRAL DE MATERIAL ESTERILIZADO - CME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7F4A39C-9C60-4226-A8B8-2837ABA1FBD2}"/>
              </a:ext>
            </a:extLst>
          </p:cNvPr>
          <p:cNvGrpSpPr/>
          <p:nvPr/>
        </p:nvGrpSpPr>
        <p:grpSpPr>
          <a:xfrm>
            <a:off x="1987423" y="1418254"/>
            <a:ext cx="3153747" cy="369332"/>
            <a:chOff x="391886" y="1399592"/>
            <a:chExt cx="3153747" cy="36933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58297C35-7C29-4F65-BC21-7756BF093C8C}"/>
                </a:ext>
              </a:extLst>
            </p:cNvPr>
            <p:cNvCxnSpPr/>
            <p:nvPr/>
          </p:nvCxnSpPr>
          <p:spPr>
            <a:xfrm>
              <a:off x="391886" y="1595535"/>
              <a:ext cx="1073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EA0266DE-DE7F-4A67-B5DE-CE7F2B0D8741}"/>
                </a:ext>
              </a:extLst>
            </p:cNvPr>
            <p:cNvSpPr txBox="1"/>
            <p:nvPr/>
          </p:nvSpPr>
          <p:spPr>
            <a:xfrm>
              <a:off x="1595535" y="1399592"/>
              <a:ext cx="1950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Materiais </a:t>
              </a:r>
            </a:p>
          </p:txBody>
        </p:sp>
        <p:pic>
          <p:nvPicPr>
            <p:cNvPr id="9" name="Gráfico 8" descr="Infinito">
              <a:extLst>
                <a:ext uri="{FF2B5EF4-FFF2-40B4-BE49-F238E27FC236}">
                  <a16:creationId xmlns:a16="http://schemas.microsoft.com/office/drawing/2014/main" id="{DCF0A2D9-F9F6-4A2D-B995-BCA547E43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70584" y="1447800"/>
              <a:ext cx="295469" cy="295469"/>
            </a:xfrm>
            <a:prstGeom prst="rect">
              <a:avLst/>
            </a:prstGeom>
          </p:spPr>
        </p:pic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8B06A0E-77D3-4195-BAD1-AA75E773DD17}"/>
              </a:ext>
            </a:extLst>
          </p:cNvPr>
          <p:cNvCxnSpPr/>
          <p:nvPr/>
        </p:nvCxnSpPr>
        <p:spPr>
          <a:xfrm>
            <a:off x="2009191" y="1971878"/>
            <a:ext cx="10730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6C3536-F126-4002-9BC7-B70AA4C245CE}"/>
              </a:ext>
            </a:extLst>
          </p:cNvPr>
          <p:cNvSpPr txBox="1"/>
          <p:nvPr/>
        </p:nvSpPr>
        <p:spPr>
          <a:xfrm>
            <a:off x="3212839" y="1775935"/>
            <a:ext cx="243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Técnico de enfermagem 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E61F826-73F1-46C1-95D4-4CEEA2175BF5}"/>
              </a:ext>
            </a:extLst>
          </p:cNvPr>
          <p:cNvCxnSpPr/>
          <p:nvPr/>
        </p:nvCxnSpPr>
        <p:spPr>
          <a:xfrm>
            <a:off x="2021634" y="2301562"/>
            <a:ext cx="107302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014135-DA49-4E0A-920A-97B59611C46A}"/>
              </a:ext>
            </a:extLst>
          </p:cNvPr>
          <p:cNvSpPr txBox="1"/>
          <p:nvPr/>
        </p:nvSpPr>
        <p:spPr>
          <a:xfrm>
            <a:off x="3225282" y="2105619"/>
            <a:ext cx="243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Máquina de limpeza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596EFE1C-D26C-4D2A-BF4E-BEE60B814953}"/>
              </a:ext>
            </a:extLst>
          </p:cNvPr>
          <p:cNvCxnSpPr/>
          <p:nvPr/>
        </p:nvCxnSpPr>
        <p:spPr>
          <a:xfrm>
            <a:off x="2024743" y="2649905"/>
            <a:ext cx="1073020" cy="0"/>
          </a:xfrm>
          <a:prstGeom prst="line">
            <a:avLst/>
          </a:prstGeom>
          <a:ln w="15875">
            <a:solidFill>
              <a:srgbClr val="FF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3EEA8B5-661E-4879-8AB8-46B9F15141DD}"/>
              </a:ext>
            </a:extLst>
          </p:cNvPr>
          <p:cNvSpPr txBox="1"/>
          <p:nvPr/>
        </p:nvSpPr>
        <p:spPr>
          <a:xfrm>
            <a:off x="3228391" y="2453962"/>
            <a:ext cx="243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Máquina de secagem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16198CBB-8555-438C-891B-AD30142F512E}"/>
              </a:ext>
            </a:extLst>
          </p:cNvPr>
          <p:cNvCxnSpPr/>
          <p:nvPr/>
        </p:nvCxnSpPr>
        <p:spPr>
          <a:xfrm>
            <a:off x="2018518" y="3054232"/>
            <a:ext cx="107302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26F7CED-32A7-4BD1-A563-437F43B89CE2}"/>
              </a:ext>
            </a:extLst>
          </p:cNvPr>
          <p:cNvSpPr txBox="1"/>
          <p:nvPr/>
        </p:nvSpPr>
        <p:spPr>
          <a:xfrm>
            <a:off x="3222166" y="2858289"/>
            <a:ext cx="243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Autoclave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E7092F1F-7F42-45BB-AA92-E1533EBE0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08576"/>
              </p:ext>
            </p:extLst>
          </p:nvPr>
        </p:nvGraphicFramePr>
        <p:xfrm>
          <a:off x="7336193" y="1399592"/>
          <a:ext cx="3261049" cy="332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049">
                  <a:extLst>
                    <a:ext uri="{9D8B030D-6E8A-4147-A177-3AD203B41FA5}">
                      <a16:colId xmlns:a16="http://schemas.microsoft.com/office/drawing/2014/main" val="370346332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Materiais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0721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1 – sujo/contaminado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09954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2 – limpo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13516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A – Endoscópio = 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013019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B – Demais materiais = 95%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30529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C – Não limpos = 2%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82181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D – Limpos = 98%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823858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E – Endoscópio = 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36369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F – Demais materiais = 95%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92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377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847E30C-E94A-4E2D-A4C5-1B6DE25DE330}"/>
              </a:ext>
            </a:extLst>
          </p:cNvPr>
          <p:cNvSpPr/>
          <p:nvPr/>
        </p:nvSpPr>
        <p:spPr>
          <a:xfrm>
            <a:off x="1565490" y="1286071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CHEGADA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697A5A0-97D0-429E-8662-157896802680}"/>
              </a:ext>
            </a:extLst>
          </p:cNvPr>
          <p:cNvSpPr/>
          <p:nvPr/>
        </p:nvSpPr>
        <p:spPr>
          <a:xfrm>
            <a:off x="2756750" y="132862"/>
            <a:ext cx="1255405" cy="1033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recebimento e conferência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058CD2A-6E03-4654-9461-AAF2E36F2750}"/>
              </a:ext>
            </a:extLst>
          </p:cNvPr>
          <p:cNvSpPr/>
          <p:nvPr/>
        </p:nvSpPr>
        <p:spPr>
          <a:xfrm>
            <a:off x="4442431" y="328122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Recebimento e conferência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3046654-A95A-4CBC-A81F-4C1920E54575}"/>
              </a:ext>
            </a:extLst>
          </p:cNvPr>
          <p:cNvSpPr/>
          <p:nvPr/>
        </p:nvSpPr>
        <p:spPr>
          <a:xfrm>
            <a:off x="5798483" y="120847"/>
            <a:ext cx="1255405" cy="1033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limpeza manual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9A5547C-46D1-4A19-B698-DFE9CA384BFF}"/>
              </a:ext>
            </a:extLst>
          </p:cNvPr>
          <p:cNvSpPr/>
          <p:nvPr/>
        </p:nvSpPr>
        <p:spPr>
          <a:xfrm>
            <a:off x="7300657" y="290797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Limpeza manual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CCF948B-D893-474E-874C-A8EFBC529ABE}"/>
              </a:ext>
            </a:extLst>
          </p:cNvPr>
          <p:cNvSpPr/>
          <p:nvPr/>
        </p:nvSpPr>
        <p:spPr>
          <a:xfrm>
            <a:off x="8650493" y="67971"/>
            <a:ext cx="1345648" cy="1033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limpeza automatizada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1E984F1-7BA8-453C-A4C9-250C7E95BB36}"/>
              </a:ext>
            </a:extLst>
          </p:cNvPr>
          <p:cNvSpPr/>
          <p:nvPr/>
        </p:nvSpPr>
        <p:spPr>
          <a:xfrm>
            <a:off x="10354883" y="293902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Limpeza automatizada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93850A7-3E62-41DC-AD53-35FE9283E8AD}"/>
              </a:ext>
            </a:extLst>
          </p:cNvPr>
          <p:cNvSpPr/>
          <p:nvPr/>
        </p:nvSpPr>
        <p:spPr>
          <a:xfrm>
            <a:off x="2985789" y="1230085"/>
            <a:ext cx="821094" cy="74419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DD423DB-7396-473F-8751-9E358C840D1F}"/>
              </a:ext>
            </a:extLst>
          </p:cNvPr>
          <p:cNvSpPr/>
          <p:nvPr/>
        </p:nvSpPr>
        <p:spPr>
          <a:xfrm>
            <a:off x="6015638" y="1239416"/>
            <a:ext cx="821094" cy="74419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0D29E32-123B-441B-A615-E95B0EA3AA74}"/>
              </a:ext>
            </a:extLst>
          </p:cNvPr>
          <p:cNvSpPr/>
          <p:nvPr/>
        </p:nvSpPr>
        <p:spPr>
          <a:xfrm>
            <a:off x="10432575" y="1049802"/>
            <a:ext cx="957900" cy="7441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rgbClr val="FF0000"/>
                </a:solidFill>
              </a:rPr>
              <a:t>Maq. Limpeza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67A2A51-FF69-4BAC-BD11-022D0784DFBA}"/>
              </a:ext>
            </a:extLst>
          </p:cNvPr>
          <p:cNvSpPr/>
          <p:nvPr/>
        </p:nvSpPr>
        <p:spPr>
          <a:xfrm>
            <a:off x="10233592" y="1913865"/>
            <a:ext cx="1345648" cy="1033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desinfecção química 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6379018-B60A-4920-A9C1-72DB9307C042}"/>
              </a:ext>
            </a:extLst>
          </p:cNvPr>
          <p:cNvSpPr/>
          <p:nvPr/>
        </p:nvSpPr>
        <p:spPr>
          <a:xfrm>
            <a:off x="8771784" y="2111808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Desinfecção química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0965E87-F561-4101-9BF3-AF0ACBD4867D}"/>
              </a:ext>
            </a:extLst>
          </p:cNvPr>
          <p:cNvSpPr/>
          <p:nvPr/>
        </p:nvSpPr>
        <p:spPr>
          <a:xfrm>
            <a:off x="8912770" y="1300301"/>
            <a:ext cx="821094" cy="74419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A3C30AF-99C8-46EB-A2CA-983164740CB2}"/>
              </a:ext>
            </a:extLst>
          </p:cNvPr>
          <p:cNvSpPr/>
          <p:nvPr/>
        </p:nvSpPr>
        <p:spPr>
          <a:xfrm>
            <a:off x="10233592" y="3269924"/>
            <a:ext cx="1345648" cy="1033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secagem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37577F1-88DF-4902-8641-A717DDBA57C6}"/>
              </a:ext>
            </a:extLst>
          </p:cNvPr>
          <p:cNvSpPr/>
          <p:nvPr/>
        </p:nvSpPr>
        <p:spPr>
          <a:xfrm>
            <a:off x="8784221" y="3197276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Secagem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33BBE03-7F76-436B-AB43-809462ACE630}"/>
              </a:ext>
            </a:extLst>
          </p:cNvPr>
          <p:cNvSpPr/>
          <p:nvPr/>
        </p:nvSpPr>
        <p:spPr>
          <a:xfrm>
            <a:off x="7194920" y="3030436"/>
            <a:ext cx="1345648" cy="1033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inspeção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C77FA7D-73EE-4099-803F-3E5C21A613A0}"/>
              </a:ext>
            </a:extLst>
          </p:cNvPr>
          <p:cNvSpPr/>
          <p:nvPr/>
        </p:nvSpPr>
        <p:spPr>
          <a:xfrm>
            <a:off x="5950820" y="3219042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Inspeção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99675C0-D2B9-4B6D-9065-C383623CB7BC}"/>
              </a:ext>
            </a:extLst>
          </p:cNvPr>
          <p:cNvSpPr/>
          <p:nvPr/>
        </p:nvSpPr>
        <p:spPr>
          <a:xfrm>
            <a:off x="6098033" y="2385771"/>
            <a:ext cx="821094" cy="74419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693FE71-4ACF-4396-9093-43965603D55C}"/>
              </a:ext>
            </a:extLst>
          </p:cNvPr>
          <p:cNvSpPr/>
          <p:nvPr/>
        </p:nvSpPr>
        <p:spPr>
          <a:xfrm>
            <a:off x="3950969" y="3089850"/>
            <a:ext cx="1345648" cy="9395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preparo e conferência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BCF0094-9B8A-4455-9E60-780AA62F599E}"/>
              </a:ext>
            </a:extLst>
          </p:cNvPr>
          <p:cNvSpPr/>
          <p:nvPr/>
        </p:nvSpPr>
        <p:spPr>
          <a:xfrm>
            <a:off x="2706869" y="3241803"/>
            <a:ext cx="1103066" cy="5796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Preparo e conferência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E78DBAC-6F5F-46E3-A0B2-460DCF2FC83A}"/>
              </a:ext>
            </a:extLst>
          </p:cNvPr>
          <p:cNvSpPr/>
          <p:nvPr/>
        </p:nvSpPr>
        <p:spPr>
          <a:xfrm>
            <a:off x="2826089" y="2450698"/>
            <a:ext cx="821094" cy="67654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3B36F05-B4D2-49DA-934B-615A7485FC0D}"/>
              </a:ext>
            </a:extLst>
          </p:cNvPr>
          <p:cNvSpPr/>
          <p:nvPr/>
        </p:nvSpPr>
        <p:spPr>
          <a:xfrm>
            <a:off x="1103200" y="2947317"/>
            <a:ext cx="1007477" cy="9228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</a:t>
            </a:r>
          </a:p>
          <a:p>
            <a:pPr algn="ctr"/>
            <a:r>
              <a:rPr lang="pt-BR" sz="900" dirty="0" err="1">
                <a:solidFill>
                  <a:schemeClr val="tx1"/>
                </a:solidFill>
              </a:rPr>
              <a:t>ndo</a:t>
            </a:r>
            <a:r>
              <a:rPr lang="pt-BR" sz="900" dirty="0">
                <a:solidFill>
                  <a:schemeClr val="tx1"/>
                </a:solidFill>
              </a:rPr>
              <a:t> </a:t>
            </a:r>
            <a:r>
              <a:rPr lang="pt-BR" sz="900" dirty="0" err="1">
                <a:solidFill>
                  <a:schemeClr val="tx1"/>
                </a:solidFill>
              </a:rPr>
              <a:t>esterili</a:t>
            </a:r>
            <a:endParaRPr lang="pt-BR" sz="900" dirty="0">
              <a:solidFill>
                <a:schemeClr val="tx1"/>
              </a:solidFill>
            </a:endParaRPr>
          </a:p>
          <a:p>
            <a:pPr algn="ctr"/>
            <a:r>
              <a:rPr lang="pt-BR" sz="900" dirty="0" err="1">
                <a:solidFill>
                  <a:schemeClr val="tx1"/>
                </a:solidFill>
              </a:rPr>
              <a:t>zação</a:t>
            </a:r>
            <a:r>
              <a:rPr lang="pt-BR" sz="900" dirty="0">
                <a:solidFill>
                  <a:schemeClr val="tx1"/>
                </a:solidFill>
              </a:rPr>
              <a:t> e resfriamento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97EC052-8EDF-4751-9FC2-2B1AEE75E006}"/>
              </a:ext>
            </a:extLst>
          </p:cNvPr>
          <p:cNvSpPr/>
          <p:nvPr/>
        </p:nvSpPr>
        <p:spPr>
          <a:xfrm>
            <a:off x="1177967" y="4008317"/>
            <a:ext cx="919519" cy="524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Esterilização e resfriamento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5A653B75-B88D-4415-85D4-D95F8188D637}"/>
              </a:ext>
            </a:extLst>
          </p:cNvPr>
          <p:cNvSpPr/>
          <p:nvPr/>
        </p:nvSpPr>
        <p:spPr>
          <a:xfrm>
            <a:off x="8844367" y="4000816"/>
            <a:ext cx="957900" cy="744198"/>
          </a:xfrm>
          <a:prstGeom prst="ellipse">
            <a:avLst/>
          </a:prstGeom>
          <a:noFill/>
          <a:ln w="15875" cmpd="thinThick"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rgbClr val="FF0000"/>
                </a:solidFill>
              </a:rPr>
              <a:t>Maq. Secagem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DF6C795-2216-40BA-BC97-279869A627C0}"/>
              </a:ext>
            </a:extLst>
          </p:cNvPr>
          <p:cNvSpPr/>
          <p:nvPr/>
        </p:nvSpPr>
        <p:spPr>
          <a:xfrm>
            <a:off x="1272926" y="4639601"/>
            <a:ext cx="777442" cy="60227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rgbClr val="FF0000"/>
                </a:solidFill>
              </a:rPr>
              <a:t>Autoclave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F85C85A0-EA4C-4C1C-B92F-4C5FCC4F79AC}"/>
              </a:ext>
            </a:extLst>
          </p:cNvPr>
          <p:cNvSpPr/>
          <p:nvPr/>
        </p:nvSpPr>
        <p:spPr>
          <a:xfrm>
            <a:off x="3172409" y="4395012"/>
            <a:ext cx="1345648" cy="9395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armazenamento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4F23CA52-3C91-42CD-A4D3-3D72A6876678}"/>
              </a:ext>
            </a:extLst>
          </p:cNvPr>
          <p:cNvSpPr/>
          <p:nvPr/>
        </p:nvSpPr>
        <p:spPr>
          <a:xfrm>
            <a:off x="4952974" y="5250539"/>
            <a:ext cx="821094" cy="74419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06A6743-6D8D-4A06-95BF-6506037DE825}"/>
              </a:ext>
            </a:extLst>
          </p:cNvPr>
          <p:cNvSpPr/>
          <p:nvPr/>
        </p:nvSpPr>
        <p:spPr>
          <a:xfrm>
            <a:off x="4811988" y="4545980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Armazenamento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680C7FDA-20BE-49B7-A711-536A0A40C3F0}"/>
              </a:ext>
            </a:extLst>
          </p:cNvPr>
          <p:cNvSpPr/>
          <p:nvPr/>
        </p:nvSpPr>
        <p:spPr>
          <a:xfrm>
            <a:off x="6101722" y="4440637"/>
            <a:ext cx="1345648" cy="9395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dispensação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0250943-5A31-4B60-85BF-306C641003FE}"/>
              </a:ext>
            </a:extLst>
          </p:cNvPr>
          <p:cNvSpPr/>
          <p:nvPr/>
        </p:nvSpPr>
        <p:spPr>
          <a:xfrm>
            <a:off x="7634038" y="4575386"/>
            <a:ext cx="1103066" cy="63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Dispensação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D6F7768-EAAF-46B5-AE66-AD4A4419D943}"/>
              </a:ext>
            </a:extLst>
          </p:cNvPr>
          <p:cNvSpPr/>
          <p:nvPr/>
        </p:nvSpPr>
        <p:spPr>
          <a:xfrm>
            <a:off x="7773933" y="5290973"/>
            <a:ext cx="821094" cy="74419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Tec. Enfermagem</a:t>
            </a:r>
          </a:p>
        </p:txBody>
      </p:sp>
      <p:cxnSp>
        <p:nvCxnSpPr>
          <p:cNvPr id="41" name="Conector: Curvo 40">
            <a:extLst>
              <a:ext uri="{FF2B5EF4-FFF2-40B4-BE49-F238E27FC236}">
                <a16:creationId xmlns:a16="http://schemas.microsoft.com/office/drawing/2014/main" id="{967E698C-A321-4182-AC21-12881C085C63}"/>
              </a:ext>
            </a:extLst>
          </p:cNvPr>
          <p:cNvCxnSpPr>
            <a:stCxn id="6" idx="6"/>
            <a:endCxn id="7" idx="1"/>
          </p:cNvCxnSpPr>
          <p:nvPr/>
        </p:nvCxnSpPr>
        <p:spPr>
          <a:xfrm flipV="1">
            <a:off x="690468" y="1604853"/>
            <a:ext cx="875022" cy="685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: Curvo 42">
            <a:extLst>
              <a:ext uri="{FF2B5EF4-FFF2-40B4-BE49-F238E27FC236}">
                <a16:creationId xmlns:a16="http://schemas.microsoft.com/office/drawing/2014/main" id="{36E8CD69-F9DB-4A7E-ACF3-BA355006238F}"/>
              </a:ext>
            </a:extLst>
          </p:cNvPr>
          <p:cNvCxnSpPr>
            <a:stCxn id="7" idx="3"/>
            <a:endCxn id="9" idx="2"/>
          </p:cNvCxnSpPr>
          <p:nvPr/>
        </p:nvCxnSpPr>
        <p:spPr>
          <a:xfrm flipV="1">
            <a:off x="2668556" y="649588"/>
            <a:ext cx="88194" cy="955265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Curvo 43">
            <a:extLst>
              <a:ext uri="{FF2B5EF4-FFF2-40B4-BE49-F238E27FC236}">
                <a16:creationId xmlns:a16="http://schemas.microsoft.com/office/drawing/2014/main" id="{B23CD76A-F777-4490-AF35-EF17E4CA8F95}"/>
              </a:ext>
            </a:extLst>
          </p:cNvPr>
          <p:cNvCxnSpPr>
            <a:cxnSpLocks/>
            <a:stCxn id="9" idx="6"/>
            <a:endCxn id="10" idx="1"/>
          </p:cNvCxnSpPr>
          <p:nvPr/>
        </p:nvCxnSpPr>
        <p:spPr>
          <a:xfrm flipV="1">
            <a:off x="4012155" y="646904"/>
            <a:ext cx="430276" cy="268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o 53">
            <a:extLst>
              <a:ext uri="{FF2B5EF4-FFF2-40B4-BE49-F238E27FC236}">
                <a16:creationId xmlns:a16="http://schemas.microsoft.com/office/drawing/2014/main" id="{1B6FF22A-7E5A-4527-AA5E-997FB0405F32}"/>
              </a:ext>
            </a:extLst>
          </p:cNvPr>
          <p:cNvCxnSpPr>
            <a:stCxn id="10" idx="3"/>
            <a:endCxn id="11" idx="2"/>
          </p:cNvCxnSpPr>
          <p:nvPr/>
        </p:nvCxnSpPr>
        <p:spPr>
          <a:xfrm flipV="1">
            <a:off x="5545497" y="637573"/>
            <a:ext cx="252986" cy="9331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Curvo 55">
            <a:extLst>
              <a:ext uri="{FF2B5EF4-FFF2-40B4-BE49-F238E27FC236}">
                <a16:creationId xmlns:a16="http://schemas.microsoft.com/office/drawing/2014/main" id="{4826FBCE-E2B4-4521-9041-20EB54415143}"/>
              </a:ext>
            </a:extLst>
          </p:cNvPr>
          <p:cNvCxnSpPr>
            <a:stCxn id="11" idx="6"/>
            <a:endCxn id="12" idx="1"/>
          </p:cNvCxnSpPr>
          <p:nvPr/>
        </p:nvCxnSpPr>
        <p:spPr>
          <a:xfrm flipV="1">
            <a:off x="7053888" y="609579"/>
            <a:ext cx="246769" cy="2799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Curvo 57">
            <a:extLst>
              <a:ext uri="{FF2B5EF4-FFF2-40B4-BE49-F238E27FC236}">
                <a16:creationId xmlns:a16="http://schemas.microsoft.com/office/drawing/2014/main" id="{6D8E0555-F3BE-42EF-94A3-34B3819E7F95}"/>
              </a:ext>
            </a:extLst>
          </p:cNvPr>
          <p:cNvCxnSpPr>
            <a:stCxn id="12" idx="3"/>
            <a:endCxn id="13" idx="2"/>
          </p:cNvCxnSpPr>
          <p:nvPr/>
        </p:nvCxnSpPr>
        <p:spPr>
          <a:xfrm flipV="1">
            <a:off x="8403723" y="584697"/>
            <a:ext cx="246770" cy="2488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o 59">
            <a:extLst>
              <a:ext uri="{FF2B5EF4-FFF2-40B4-BE49-F238E27FC236}">
                <a16:creationId xmlns:a16="http://schemas.microsoft.com/office/drawing/2014/main" id="{0AAE9370-1A81-41BE-A697-8E633B5FDB85}"/>
              </a:ext>
            </a:extLst>
          </p:cNvPr>
          <p:cNvCxnSpPr>
            <a:stCxn id="13" idx="6"/>
            <a:endCxn id="14" idx="1"/>
          </p:cNvCxnSpPr>
          <p:nvPr/>
        </p:nvCxnSpPr>
        <p:spPr>
          <a:xfrm>
            <a:off x="9996141" y="584697"/>
            <a:ext cx="358742" cy="2798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Curvo 61">
            <a:extLst>
              <a:ext uri="{FF2B5EF4-FFF2-40B4-BE49-F238E27FC236}">
                <a16:creationId xmlns:a16="http://schemas.microsoft.com/office/drawing/2014/main" id="{D9952CDF-C3BD-4EEC-A27E-A853B32C878D}"/>
              </a:ext>
            </a:extLst>
          </p:cNvPr>
          <p:cNvCxnSpPr>
            <a:stCxn id="14" idx="3"/>
            <a:endCxn id="18" idx="6"/>
          </p:cNvCxnSpPr>
          <p:nvPr/>
        </p:nvCxnSpPr>
        <p:spPr>
          <a:xfrm>
            <a:off x="11457949" y="612684"/>
            <a:ext cx="121291" cy="1817907"/>
          </a:xfrm>
          <a:prstGeom prst="curvedConnector3">
            <a:avLst>
              <a:gd name="adj1" fmla="val 28847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: Curvo 63">
            <a:extLst>
              <a:ext uri="{FF2B5EF4-FFF2-40B4-BE49-F238E27FC236}">
                <a16:creationId xmlns:a16="http://schemas.microsoft.com/office/drawing/2014/main" id="{18151CC4-69BA-46DA-9189-D1E0C453F6F0}"/>
              </a:ext>
            </a:extLst>
          </p:cNvPr>
          <p:cNvCxnSpPr>
            <a:stCxn id="18" idx="2"/>
            <a:endCxn id="19" idx="3"/>
          </p:cNvCxnSpPr>
          <p:nvPr/>
        </p:nvCxnSpPr>
        <p:spPr>
          <a:xfrm rot="10800000">
            <a:off x="9874850" y="2430591"/>
            <a:ext cx="358742" cy="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Curvo 65">
            <a:extLst>
              <a:ext uri="{FF2B5EF4-FFF2-40B4-BE49-F238E27FC236}">
                <a16:creationId xmlns:a16="http://schemas.microsoft.com/office/drawing/2014/main" id="{E2514EE3-3650-4F75-95C2-D70F260A8575}"/>
              </a:ext>
            </a:extLst>
          </p:cNvPr>
          <p:cNvCxnSpPr>
            <a:stCxn id="14" idx="3"/>
            <a:endCxn id="21" idx="6"/>
          </p:cNvCxnSpPr>
          <p:nvPr/>
        </p:nvCxnSpPr>
        <p:spPr>
          <a:xfrm>
            <a:off x="11457949" y="612684"/>
            <a:ext cx="121291" cy="3173966"/>
          </a:xfrm>
          <a:prstGeom prst="curvedConnector3">
            <a:avLst>
              <a:gd name="adj1" fmla="val 51156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: Curvo 68">
            <a:extLst>
              <a:ext uri="{FF2B5EF4-FFF2-40B4-BE49-F238E27FC236}">
                <a16:creationId xmlns:a16="http://schemas.microsoft.com/office/drawing/2014/main" id="{817BD9E4-9C54-4AF5-A454-7FD4181DF36A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16200000" flipH="1">
            <a:off x="9854590" y="2218098"/>
            <a:ext cx="520552" cy="158309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Curvo 70">
            <a:extLst>
              <a:ext uri="{FF2B5EF4-FFF2-40B4-BE49-F238E27FC236}">
                <a16:creationId xmlns:a16="http://schemas.microsoft.com/office/drawing/2014/main" id="{C086D9D3-52AF-432F-9EC8-8B04BA12449A}"/>
              </a:ext>
            </a:extLst>
          </p:cNvPr>
          <p:cNvCxnSpPr>
            <a:stCxn id="21" idx="2"/>
            <a:endCxn id="22" idx="3"/>
          </p:cNvCxnSpPr>
          <p:nvPr/>
        </p:nvCxnSpPr>
        <p:spPr>
          <a:xfrm rot="10800000">
            <a:off x="9887288" y="3516058"/>
            <a:ext cx="346305" cy="27059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Curvo 72">
            <a:extLst>
              <a:ext uri="{FF2B5EF4-FFF2-40B4-BE49-F238E27FC236}">
                <a16:creationId xmlns:a16="http://schemas.microsoft.com/office/drawing/2014/main" id="{AB2EC42F-264B-4360-A80A-6549DBEAD834}"/>
              </a:ext>
            </a:extLst>
          </p:cNvPr>
          <p:cNvCxnSpPr>
            <a:stCxn id="22" idx="1"/>
            <a:endCxn id="23" idx="6"/>
          </p:cNvCxnSpPr>
          <p:nvPr/>
        </p:nvCxnSpPr>
        <p:spPr>
          <a:xfrm rot="10800000" flipV="1">
            <a:off x="8540569" y="3516058"/>
            <a:ext cx="243653" cy="3110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Curvo 74">
            <a:extLst>
              <a:ext uri="{FF2B5EF4-FFF2-40B4-BE49-F238E27FC236}">
                <a16:creationId xmlns:a16="http://schemas.microsoft.com/office/drawing/2014/main" id="{E13A5E02-45F5-4190-9593-59A98964D1A2}"/>
              </a:ext>
            </a:extLst>
          </p:cNvPr>
          <p:cNvCxnSpPr>
            <a:stCxn id="23" idx="2"/>
            <a:endCxn id="24" idx="3"/>
          </p:cNvCxnSpPr>
          <p:nvPr/>
        </p:nvCxnSpPr>
        <p:spPr>
          <a:xfrm rot="10800000">
            <a:off x="7053886" y="3537824"/>
            <a:ext cx="141034" cy="933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: Curvo 76">
            <a:extLst>
              <a:ext uri="{FF2B5EF4-FFF2-40B4-BE49-F238E27FC236}">
                <a16:creationId xmlns:a16="http://schemas.microsoft.com/office/drawing/2014/main" id="{45278796-AF7E-477C-965C-5D66A795113A}"/>
              </a:ext>
            </a:extLst>
          </p:cNvPr>
          <p:cNvCxnSpPr>
            <a:stCxn id="24" idx="1"/>
            <a:endCxn id="26" idx="6"/>
          </p:cNvCxnSpPr>
          <p:nvPr/>
        </p:nvCxnSpPr>
        <p:spPr>
          <a:xfrm rot="10800000" flipV="1">
            <a:off x="5296618" y="3537823"/>
            <a:ext cx="654203" cy="2177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o 78">
            <a:extLst>
              <a:ext uri="{FF2B5EF4-FFF2-40B4-BE49-F238E27FC236}">
                <a16:creationId xmlns:a16="http://schemas.microsoft.com/office/drawing/2014/main" id="{0913CB56-75FE-4F1E-BD06-3CB348CB28B4}"/>
              </a:ext>
            </a:extLst>
          </p:cNvPr>
          <p:cNvCxnSpPr>
            <a:stCxn id="24" idx="1"/>
            <a:endCxn id="11" idx="2"/>
          </p:cNvCxnSpPr>
          <p:nvPr/>
        </p:nvCxnSpPr>
        <p:spPr>
          <a:xfrm rot="10800000">
            <a:off x="5798484" y="637574"/>
            <a:ext cx="152337" cy="2900251"/>
          </a:xfrm>
          <a:prstGeom prst="curvedConnector3">
            <a:avLst>
              <a:gd name="adj1" fmla="val 2500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: Curvo 80">
            <a:extLst>
              <a:ext uri="{FF2B5EF4-FFF2-40B4-BE49-F238E27FC236}">
                <a16:creationId xmlns:a16="http://schemas.microsoft.com/office/drawing/2014/main" id="{0C4F5280-6D83-466F-8A36-382CD06354CD}"/>
              </a:ext>
            </a:extLst>
          </p:cNvPr>
          <p:cNvCxnSpPr>
            <a:stCxn id="26" idx="2"/>
            <a:endCxn id="27" idx="3"/>
          </p:cNvCxnSpPr>
          <p:nvPr/>
        </p:nvCxnSpPr>
        <p:spPr>
          <a:xfrm rot="10800000">
            <a:off x="3809935" y="3531605"/>
            <a:ext cx="141034" cy="2799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Curvo 82">
            <a:extLst>
              <a:ext uri="{FF2B5EF4-FFF2-40B4-BE49-F238E27FC236}">
                <a16:creationId xmlns:a16="http://schemas.microsoft.com/office/drawing/2014/main" id="{321CF55C-7EF2-49F7-9003-DCD2D4506BB1}"/>
              </a:ext>
            </a:extLst>
          </p:cNvPr>
          <p:cNvCxnSpPr>
            <a:cxnSpLocks/>
            <a:stCxn id="27" idx="1"/>
            <a:endCxn id="29" idx="6"/>
          </p:cNvCxnSpPr>
          <p:nvPr/>
        </p:nvCxnSpPr>
        <p:spPr>
          <a:xfrm rot="10800000">
            <a:off x="2110677" y="3408755"/>
            <a:ext cx="596192" cy="12285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Curvo 84">
            <a:extLst>
              <a:ext uri="{FF2B5EF4-FFF2-40B4-BE49-F238E27FC236}">
                <a16:creationId xmlns:a16="http://schemas.microsoft.com/office/drawing/2014/main" id="{02E4D32B-C6B3-47DA-AB43-28C974CEB6FF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 rot="16200000" flipH="1">
            <a:off x="1553271" y="3923861"/>
            <a:ext cx="138124" cy="3078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Curvo 86">
            <a:extLst>
              <a:ext uri="{FF2B5EF4-FFF2-40B4-BE49-F238E27FC236}">
                <a16:creationId xmlns:a16="http://schemas.microsoft.com/office/drawing/2014/main" id="{0EF18D47-8EF2-4D91-A9D6-F5A5FDD91F24}"/>
              </a:ext>
            </a:extLst>
          </p:cNvPr>
          <p:cNvCxnSpPr>
            <a:cxnSpLocks/>
            <a:stCxn id="30" idx="3"/>
            <a:endCxn id="34" idx="2"/>
          </p:cNvCxnSpPr>
          <p:nvPr/>
        </p:nvCxnSpPr>
        <p:spPr>
          <a:xfrm>
            <a:off x="2097486" y="4270725"/>
            <a:ext cx="1074923" cy="59403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: Curvo 88">
            <a:extLst>
              <a:ext uri="{FF2B5EF4-FFF2-40B4-BE49-F238E27FC236}">
                <a16:creationId xmlns:a16="http://schemas.microsoft.com/office/drawing/2014/main" id="{2DF24B4A-D998-4069-8C22-A872EDF56268}"/>
              </a:ext>
            </a:extLst>
          </p:cNvPr>
          <p:cNvCxnSpPr>
            <a:stCxn id="34" idx="6"/>
            <a:endCxn id="36" idx="1"/>
          </p:cNvCxnSpPr>
          <p:nvPr/>
        </p:nvCxnSpPr>
        <p:spPr>
          <a:xfrm flipV="1">
            <a:off x="4518057" y="4864762"/>
            <a:ext cx="293931" cy="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: Curvo 90">
            <a:extLst>
              <a:ext uri="{FF2B5EF4-FFF2-40B4-BE49-F238E27FC236}">
                <a16:creationId xmlns:a16="http://schemas.microsoft.com/office/drawing/2014/main" id="{73BFACB5-3BF0-4BBD-9799-AFE5323325BF}"/>
              </a:ext>
            </a:extLst>
          </p:cNvPr>
          <p:cNvCxnSpPr>
            <a:stCxn id="36" idx="3"/>
            <a:endCxn id="37" idx="2"/>
          </p:cNvCxnSpPr>
          <p:nvPr/>
        </p:nvCxnSpPr>
        <p:spPr>
          <a:xfrm>
            <a:off x="5915054" y="4864762"/>
            <a:ext cx="186668" cy="4562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Curvo 92">
            <a:extLst>
              <a:ext uri="{FF2B5EF4-FFF2-40B4-BE49-F238E27FC236}">
                <a16:creationId xmlns:a16="http://schemas.microsoft.com/office/drawing/2014/main" id="{5FCE5A1D-B7F6-4B2B-86BB-3CAFA153070E}"/>
              </a:ext>
            </a:extLst>
          </p:cNvPr>
          <p:cNvCxnSpPr>
            <a:stCxn id="37" idx="6"/>
            <a:endCxn id="38" idx="1"/>
          </p:cNvCxnSpPr>
          <p:nvPr/>
        </p:nvCxnSpPr>
        <p:spPr>
          <a:xfrm flipV="1">
            <a:off x="7447370" y="4894168"/>
            <a:ext cx="186668" cy="1622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: Curvo 97">
            <a:extLst>
              <a:ext uri="{FF2B5EF4-FFF2-40B4-BE49-F238E27FC236}">
                <a16:creationId xmlns:a16="http://schemas.microsoft.com/office/drawing/2014/main" id="{4F6CF78C-DBFE-4A06-9B31-095C676B5514}"/>
              </a:ext>
            </a:extLst>
          </p:cNvPr>
          <p:cNvCxnSpPr>
            <a:cxnSpLocks/>
          </p:cNvCxnSpPr>
          <p:nvPr/>
        </p:nvCxnSpPr>
        <p:spPr>
          <a:xfrm flipH="1" flipV="1">
            <a:off x="387779" y="1933343"/>
            <a:ext cx="8349324" cy="2969848"/>
          </a:xfrm>
          <a:prstGeom prst="curvedConnector4">
            <a:avLst>
              <a:gd name="adj1" fmla="val -2738"/>
              <a:gd name="adj2" fmla="val -621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Curvo 101">
            <a:extLst>
              <a:ext uri="{FF2B5EF4-FFF2-40B4-BE49-F238E27FC236}">
                <a16:creationId xmlns:a16="http://schemas.microsoft.com/office/drawing/2014/main" id="{5830F3EF-90B2-4C39-A869-6D5E4291F24B}"/>
              </a:ext>
            </a:extLst>
          </p:cNvPr>
          <p:cNvCxnSpPr>
            <a:stCxn id="15" idx="2"/>
            <a:endCxn id="9" idx="2"/>
          </p:cNvCxnSpPr>
          <p:nvPr/>
        </p:nvCxnSpPr>
        <p:spPr>
          <a:xfrm rot="10800000">
            <a:off x="2756751" y="649588"/>
            <a:ext cx="229039" cy="952596"/>
          </a:xfrm>
          <a:prstGeom prst="curvedConnector3">
            <a:avLst>
              <a:gd name="adj1" fmla="val 1264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: Curvo 103">
            <a:extLst>
              <a:ext uri="{FF2B5EF4-FFF2-40B4-BE49-F238E27FC236}">
                <a16:creationId xmlns:a16="http://schemas.microsoft.com/office/drawing/2014/main" id="{BF0FAF5A-8266-439A-B9DA-BF9287A5A2CB}"/>
              </a:ext>
            </a:extLst>
          </p:cNvPr>
          <p:cNvCxnSpPr>
            <a:stCxn id="15" idx="6"/>
            <a:endCxn id="9" idx="6"/>
          </p:cNvCxnSpPr>
          <p:nvPr/>
        </p:nvCxnSpPr>
        <p:spPr>
          <a:xfrm flipV="1">
            <a:off x="3806883" y="649588"/>
            <a:ext cx="205272" cy="952596"/>
          </a:xfrm>
          <a:prstGeom prst="curvedConnector3">
            <a:avLst>
              <a:gd name="adj1" fmla="val 2113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Curvo 105">
            <a:extLst>
              <a:ext uri="{FF2B5EF4-FFF2-40B4-BE49-F238E27FC236}">
                <a16:creationId xmlns:a16="http://schemas.microsoft.com/office/drawing/2014/main" id="{5E582F4F-2514-4D89-AA4A-88506429A908}"/>
              </a:ext>
            </a:extLst>
          </p:cNvPr>
          <p:cNvCxnSpPr>
            <a:cxnSpLocks/>
            <a:stCxn id="16" idx="2"/>
            <a:endCxn id="11" idx="2"/>
          </p:cNvCxnSpPr>
          <p:nvPr/>
        </p:nvCxnSpPr>
        <p:spPr>
          <a:xfrm rot="10800000">
            <a:off x="5798484" y="637573"/>
            <a:ext cx="217155" cy="973942"/>
          </a:xfrm>
          <a:prstGeom prst="curvedConnector3">
            <a:avLst>
              <a:gd name="adj1" fmla="val 145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: Curvo 108">
            <a:extLst>
              <a:ext uri="{FF2B5EF4-FFF2-40B4-BE49-F238E27FC236}">
                <a16:creationId xmlns:a16="http://schemas.microsoft.com/office/drawing/2014/main" id="{825494FB-437A-41E7-939E-ED74ABA8C52B}"/>
              </a:ext>
            </a:extLst>
          </p:cNvPr>
          <p:cNvCxnSpPr>
            <a:stCxn id="16" idx="6"/>
            <a:endCxn id="11" idx="6"/>
          </p:cNvCxnSpPr>
          <p:nvPr/>
        </p:nvCxnSpPr>
        <p:spPr>
          <a:xfrm flipV="1">
            <a:off x="6836732" y="637573"/>
            <a:ext cx="217156" cy="973942"/>
          </a:xfrm>
          <a:prstGeom prst="curvedConnector3">
            <a:avLst>
              <a:gd name="adj1" fmla="val 1751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: Curvo 116">
            <a:extLst>
              <a:ext uri="{FF2B5EF4-FFF2-40B4-BE49-F238E27FC236}">
                <a16:creationId xmlns:a16="http://schemas.microsoft.com/office/drawing/2014/main" id="{7F673F4A-8D0A-4CB8-B935-3E28F606BF3E}"/>
              </a:ext>
            </a:extLst>
          </p:cNvPr>
          <p:cNvCxnSpPr>
            <a:stCxn id="17" idx="2"/>
            <a:endCxn id="14" idx="1"/>
          </p:cNvCxnSpPr>
          <p:nvPr/>
        </p:nvCxnSpPr>
        <p:spPr>
          <a:xfrm rot="10800000">
            <a:off x="10354883" y="612685"/>
            <a:ext cx="77692" cy="809217"/>
          </a:xfrm>
          <a:prstGeom prst="curvedConnector3">
            <a:avLst>
              <a:gd name="adj1" fmla="val 39423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: Curvo 118">
            <a:extLst>
              <a:ext uri="{FF2B5EF4-FFF2-40B4-BE49-F238E27FC236}">
                <a16:creationId xmlns:a16="http://schemas.microsoft.com/office/drawing/2014/main" id="{447E0BA9-13C0-4523-9C45-43628B1D458E}"/>
              </a:ext>
            </a:extLst>
          </p:cNvPr>
          <p:cNvCxnSpPr>
            <a:stCxn id="17" idx="6"/>
            <a:endCxn id="14" idx="3"/>
          </p:cNvCxnSpPr>
          <p:nvPr/>
        </p:nvCxnSpPr>
        <p:spPr>
          <a:xfrm flipV="1">
            <a:off x="11390475" y="612684"/>
            <a:ext cx="67474" cy="809217"/>
          </a:xfrm>
          <a:prstGeom prst="curvedConnector3">
            <a:avLst>
              <a:gd name="adj1" fmla="val 43879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: Curvo 120">
            <a:extLst>
              <a:ext uri="{FF2B5EF4-FFF2-40B4-BE49-F238E27FC236}">
                <a16:creationId xmlns:a16="http://schemas.microsoft.com/office/drawing/2014/main" id="{F0E64B3F-3570-403C-9BD4-0F837B081FB3}"/>
              </a:ext>
            </a:extLst>
          </p:cNvPr>
          <p:cNvCxnSpPr>
            <a:stCxn id="20" idx="2"/>
            <a:endCxn id="19" idx="1"/>
          </p:cNvCxnSpPr>
          <p:nvPr/>
        </p:nvCxnSpPr>
        <p:spPr>
          <a:xfrm rot="10800000" flipV="1">
            <a:off x="8771784" y="1672400"/>
            <a:ext cx="140986" cy="758190"/>
          </a:xfrm>
          <a:prstGeom prst="curvedConnector3">
            <a:avLst>
              <a:gd name="adj1" fmla="val 2621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>
            <a:extLst>
              <a:ext uri="{FF2B5EF4-FFF2-40B4-BE49-F238E27FC236}">
                <a16:creationId xmlns:a16="http://schemas.microsoft.com/office/drawing/2014/main" id="{FE6DD3BD-2389-4A7B-ADAD-40EF0C31144E}"/>
              </a:ext>
            </a:extLst>
          </p:cNvPr>
          <p:cNvCxnSpPr>
            <a:stCxn id="20" idx="6"/>
            <a:endCxn id="19" idx="3"/>
          </p:cNvCxnSpPr>
          <p:nvPr/>
        </p:nvCxnSpPr>
        <p:spPr>
          <a:xfrm>
            <a:off x="9733864" y="1672400"/>
            <a:ext cx="140986" cy="758190"/>
          </a:xfrm>
          <a:prstGeom prst="curvedConnector3">
            <a:avLst>
              <a:gd name="adj1" fmla="val 2621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: Curvo 124">
            <a:extLst>
              <a:ext uri="{FF2B5EF4-FFF2-40B4-BE49-F238E27FC236}">
                <a16:creationId xmlns:a16="http://schemas.microsoft.com/office/drawing/2014/main" id="{A18AC4E7-7EEA-485C-93F3-1BAB2E4B6A9E}"/>
              </a:ext>
            </a:extLst>
          </p:cNvPr>
          <p:cNvCxnSpPr>
            <a:stCxn id="25" idx="6"/>
            <a:endCxn id="24" idx="3"/>
          </p:cNvCxnSpPr>
          <p:nvPr/>
        </p:nvCxnSpPr>
        <p:spPr>
          <a:xfrm>
            <a:off x="6919127" y="2757870"/>
            <a:ext cx="134759" cy="779954"/>
          </a:xfrm>
          <a:prstGeom prst="curvedConnector3">
            <a:avLst>
              <a:gd name="adj1" fmla="val 2003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: Curvo 127">
            <a:extLst>
              <a:ext uri="{FF2B5EF4-FFF2-40B4-BE49-F238E27FC236}">
                <a16:creationId xmlns:a16="http://schemas.microsoft.com/office/drawing/2014/main" id="{A269E661-D765-442E-87D8-AA7B777D639D}"/>
              </a:ext>
            </a:extLst>
          </p:cNvPr>
          <p:cNvCxnSpPr>
            <a:stCxn id="25" idx="2"/>
            <a:endCxn id="24" idx="1"/>
          </p:cNvCxnSpPr>
          <p:nvPr/>
        </p:nvCxnSpPr>
        <p:spPr>
          <a:xfrm rot="10800000" flipV="1">
            <a:off x="5950821" y="2757870"/>
            <a:ext cx="147213" cy="779954"/>
          </a:xfrm>
          <a:prstGeom prst="curvedConnector3">
            <a:avLst>
              <a:gd name="adj1" fmla="val 1792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: Curvo 130">
            <a:extLst>
              <a:ext uri="{FF2B5EF4-FFF2-40B4-BE49-F238E27FC236}">
                <a16:creationId xmlns:a16="http://schemas.microsoft.com/office/drawing/2014/main" id="{F8FDBFBC-CA74-4DBB-B997-C1DF2BE57246}"/>
              </a:ext>
            </a:extLst>
          </p:cNvPr>
          <p:cNvCxnSpPr>
            <a:stCxn id="28" idx="6"/>
            <a:endCxn id="27" idx="3"/>
          </p:cNvCxnSpPr>
          <p:nvPr/>
        </p:nvCxnSpPr>
        <p:spPr>
          <a:xfrm>
            <a:off x="3647183" y="2788970"/>
            <a:ext cx="162752" cy="742635"/>
          </a:xfrm>
          <a:prstGeom prst="curvedConnector3">
            <a:avLst>
              <a:gd name="adj1" fmla="val 2404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: Curvo 133">
            <a:extLst>
              <a:ext uri="{FF2B5EF4-FFF2-40B4-BE49-F238E27FC236}">
                <a16:creationId xmlns:a16="http://schemas.microsoft.com/office/drawing/2014/main" id="{DD054AB8-72B8-4913-A4EF-DF90A7505036}"/>
              </a:ext>
            </a:extLst>
          </p:cNvPr>
          <p:cNvCxnSpPr>
            <a:stCxn id="28" idx="2"/>
            <a:endCxn id="27" idx="1"/>
          </p:cNvCxnSpPr>
          <p:nvPr/>
        </p:nvCxnSpPr>
        <p:spPr>
          <a:xfrm rot="10800000" flipV="1">
            <a:off x="2706869" y="2788969"/>
            <a:ext cx="119220" cy="742635"/>
          </a:xfrm>
          <a:prstGeom prst="curvedConnector3">
            <a:avLst>
              <a:gd name="adj1" fmla="val 2917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: Curvo 136">
            <a:extLst>
              <a:ext uri="{FF2B5EF4-FFF2-40B4-BE49-F238E27FC236}">
                <a16:creationId xmlns:a16="http://schemas.microsoft.com/office/drawing/2014/main" id="{7E0D81A3-0420-4C9D-B2BD-92A878F3CD99}"/>
              </a:ext>
            </a:extLst>
          </p:cNvPr>
          <p:cNvCxnSpPr>
            <a:stCxn id="27" idx="1"/>
            <a:endCxn id="34" idx="2"/>
          </p:cNvCxnSpPr>
          <p:nvPr/>
        </p:nvCxnSpPr>
        <p:spPr>
          <a:xfrm rot="10800000" flipH="1" flipV="1">
            <a:off x="2706869" y="3531605"/>
            <a:ext cx="465540" cy="1333158"/>
          </a:xfrm>
          <a:prstGeom prst="curvedConnector3">
            <a:avLst>
              <a:gd name="adj1" fmla="val -290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: Curvo 138">
            <a:extLst>
              <a:ext uri="{FF2B5EF4-FFF2-40B4-BE49-F238E27FC236}">
                <a16:creationId xmlns:a16="http://schemas.microsoft.com/office/drawing/2014/main" id="{B906B81A-4942-46DD-8759-009DFF9F7B85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9802267" y="3516058"/>
            <a:ext cx="85020" cy="819531"/>
          </a:xfrm>
          <a:prstGeom prst="curvedConnector3">
            <a:avLst>
              <a:gd name="adj1" fmla="val 292055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: Curvo 141">
            <a:extLst>
              <a:ext uri="{FF2B5EF4-FFF2-40B4-BE49-F238E27FC236}">
                <a16:creationId xmlns:a16="http://schemas.microsoft.com/office/drawing/2014/main" id="{4A0053C8-E585-47C1-A2F4-3E6463778BE1}"/>
              </a:ext>
            </a:extLst>
          </p:cNvPr>
          <p:cNvCxnSpPr>
            <a:cxnSpLocks/>
            <a:endCxn id="22" idx="1"/>
          </p:cNvCxnSpPr>
          <p:nvPr/>
        </p:nvCxnSpPr>
        <p:spPr>
          <a:xfrm rot="10800000">
            <a:off x="8784221" y="3516059"/>
            <a:ext cx="60146" cy="819531"/>
          </a:xfrm>
          <a:prstGeom prst="curvedConnector3">
            <a:avLst>
              <a:gd name="adj1" fmla="val 340457"/>
            </a:avLst>
          </a:prstGeom>
          <a:ln w="158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: Curvo 146">
            <a:extLst>
              <a:ext uri="{FF2B5EF4-FFF2-40B4-BE49-F238E27FC236}">
                <a16:creationId xmlns:a16="http://schemas.microsoft.com/office/drawing/2014/main" id="{1390445E-21E3-480E-8DC7-DD01F584149D}"/>
              </a:ext>
            </a:extLst>
          </p:cNvPr>
          <p:cNvCxnSpPr>
            <a:cxnSpLocks/>
            <a:stCxn id="32" idx="2"/>
            <a:endCxn id="30" idx="1"/>
          </p:cNvCxnSpPr>
          <p:nvPr/>
        </p:nvCxnSpPr>
        <p:spPr>
          <a:xfrm rot="10800000">
            <a:off x="1177968" y="4270726"/>
            <a:ext cx="94959" cy="670015"/>
          </a:xfrm>
          <a:prstGeom prst="curvedConnector3">
            <a:avLst>
              <a:gd name="adj1" fmla="val 340735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: Curvo 148">
            <a:extLst>
              <a:ext uri="{FF2B5EF4-FFF2-40B4-BE49-F238E27FC236}">
                <a16:creationId xmlns:a16="http://schemas.microsoft.com/office/drawing/2014/main" id="{E2804A02-BED7-4D65-A1FB-BC2014E883AB}"/>
              </a:ext>
            </a:extLst>
          </p:cNvPr>
          <p:cNvCxnSpPr>
            <a:cxnSpLocks/>
            <a:stCxn id="32" idx="6"/>
            <a:endCxn id="30" idx="3"/>
          </p:cNvCxnSpPr>
          <p:nvPr/>
        </p:nvCxnSpPr>
        <p:spPr>
          <a:xfrm flipV="1">
            <a:off x="2050368" y="4270725"/>
            <a:ext cx="47118" cy="670015"/>
          </a:xfrm>
          <a:prstGeom prst="curvedConnector3">
            <a:avLst>
              <a:gd name="adj1" fmla="val 585165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: Curvo 152">
            <a:extLst>
              <a:ext uri="{FF2B5EF4-FFF2-40B4-BE49-F238E27FC236}">
                <a16:creationId xmlns:a16="http://schemas.microsoft.com/office/drawing/2014/main" id="{72A138FE-9F1A-4FE3-8192-F142BEE7A1B8}"/>
              </a:ext>
            </a:extLst>
          </p:cNvPr>
          <p:cNvCxnSpPr>
            <a:cxnSpLocks/>
            <a:endCxn id="36" idx="1"/>
          </p:cNvCxnSpPr>
          <p:nvPr/>
        </p:nvCxnSpPr>
        <p:spPr>
          <a:xfrm rot="10800000">
            <a:off x="4811988" y="4864762"/>
            <a:ext cx="140986" cy="767202"/>
          </a:xfrm>
          <a:prstGeom prst="curvedConnector3">
            <a:avLst>
              <a:gd name="adj1" fmla="val 209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: Curvo 154">
            <a:extLst>
              <a:ext uri="{FF2B5EF4-FFF2-40B4-BE49-F238E27FC236}">
                <a16:creationId xmlns:a16="http://schemas.microsoft.com/office/drawing/2014/main" id="{659D23BC-2695-490B-BF5B-DF1C7C8CB3D3}"/>
              </a:ext>
            </a:extLst>
          </p:cNvPr>
          <p:cNvCxnSpPr>
            <a:cxnSpLocks/>
            <a:endCxn id="36" idx="3"/>
          </p:cNvCxnSpPr>
          <p:nvPr/>
        </p:nvCxnSpPr>
        <p:spPr>
          <a:xfrm flipV="1">
            <a:off x="5774068" y="4864762"/>
            <a:ext cx="140986" cy="767202"/>
          </a:xfrm>
          <a:prstGeom prst="curvedConnector3">
            <a:avLst>
              <a:gd name="adj1" fmla="val 2025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: Curvo 158">
            <a:extLst>
              <a:ext uri="{FF2B5EF4-FFF2-40B4-BE49-F238E27FC236}">
                <a16:creationId xmlns:a16="http://schemas.microsoft.com/office/drawing/2014/main" id="{6E3BBE8A-FBF3-4A4F-BC20-A869BF515B8A}"/>
              </a:ext>
            </a:extLst>
          </p:cNvPr>
          <p:cNvCxnSpPr>
            <a:cxnSpLocks/>
            <a:endCxn id="38" idx="1"/>
          </p:cNvCxnSpPr>
          <p:nvPr/>
        </p:nvCxnSpPr>
        <p:spPr>
          <a:xfrm rot="10800000">
            <a:off x="7634039" y="4894169"/>
            <a:ext cx="139895" cy="778229"/>
          </a:xfrm>
          <a:prstGeom prst="curvedConnector3">
            <a:avLst>
              <a:gd name="adj1" fmla="val 1967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: Curvo 160">
            <a:extLst>
              <a:ext uri="{FF2B5EF4-FFF2-40B4-BE49-F238E27FC236}">
                <a16:creationId xmlns:a16="http://schemas.microsoft.com/office/drawing/2014/main" id="{635B8FC4-C512-4B79-9E52-326A941E78F1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8595027" y="4894168"/>
            <a:ext cx="142077" cy="778229"/>
          </a:xfrm>
          <a:prstGeom prst="curvedConnector3">
            <a:avLst>
              <a:gd name="adj1" fmla="val 1820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Elipse 166">
            <a:extLst>
              <a:ext uri="{FF2B5EF4-FFF2-40B4-BE49-F238E27FC236}">
                <a16:creationId xmlns:a16="http://schemas.microsoft.com/office/drawing/2014/main" id="{ADECBCD6-9026-405F-B8EF-5EE19B0A3A11}"/>
              </a:ext>
            </a:extLst>
          </p:cNvPr>
          <p:cNvSpPr/>
          <p:nvPr/>
        </p:nvSpPr>
        <p:spPr>
          <a:xfrm>
            <a:off x="4200809" y="597161"/>
            <a:ext cx="45719" cy="933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CF8BFB35-97E2-43A9-9F47-F1541DB9559B}"/>
              </a:ext>
            </a:extLst>
          </p:cNvPr>
          <p:cNvSpPr txBox="1"/>
          <p:nvPr/>
        </p:nvSpPr>
        <p:spPr>
          <a:xfrm>
            <a:off x="4104383" y="384789"/>
            <a:ext cx="254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/>
              <a:t>1</a:t>
            </a:r>
          </a:p>
        </p:txBody>
      </p:sp>
      <p:sp>
        <p:nvSpPr>
          <p:cNvPr id="169" name="CaixaDeTexto 168">
            <a:extLst>
              <a:ext uri="{FF2B5EF4-FFF2-40B4-BE49-F238E27FC236}">
                <a16:creationId xmlns:a16="http://schemas.microsoft.com/office/drawing/2014/main" id="{E7BB370E-906C-4FE5-91E6-E01BC4415210}"/>
              </a:ext>
            </a:extLst>
          </p:cNvPr>
          <p:cNvSpPr txBox="1"/>
          <p:nvPr/>
        </p:nvSpPr>
        <p:spPr>
          <a:xfrm>
            <a:off x="11498363" y="1770638"/>
            <a:ext cx="18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1F988670-5C6B-4CC5-9140-59EF289BFEC4}"/>
              </a:ext>
            </a:extLst>
          </p:cNvPr>
          <p:cNvSpPr txBox="1"/>
          <p:nvPr/>
        </p:nvSpPr>
        <p:spPr>
          <a:xfrm>
            <a:off x="11700587" y="3030436"/>
            <a:ext cx="12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171" name="Elipse 170">
            <a:extLst>
              <a:ext uri="{FF2B5EF4-FFF2-40B4-BE49-F238E27FC236}">
                <a16:creationId xmlns:a16="http://schemas.microsoft.com/office/drawing/2014/main" id="{009960DA-F5CA-4F46-87E6-8727A444118E}"/>
              </a:ext>
            </a:extLst>
          </p:cNvPr>
          <p:cNvSpPr/>
          <p:nvPr/>
        </p:nvSpPr>
        <p:spPr>
          <a:xfrm>
            <a:off x="5524066" y="3528853"/>
            <a:ext cx="55320" cy="771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288FF6F2-C225-49C5-9751-C331DF029E43}"/>
              </a:ext>
            </a:extLst>
          </p:cNvPr>
          <p:cNvSpPr txBox="1"/>
          <p:nvPr/>
        </p:nvSpPr>
        <p:spPr>
          <a:xfrm>
            <a:off x="5432440" y="3261734"/>
            <a:ext cx="254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/>
              <a:t>2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3B665D2C-DF31-4A51-B50D-06412699E5BF}"/>
              </a:ext>
            </a:extLst>
          </p:cNvPr>
          <p:cNvSpPr txBox="1"/>
          <p:nvPr/>
        </p:nvSpPr>
        <p:spPr>
          <a:xfrm>
            <a:off x="5315283" y="2333592"/>
            <a:ext cx="18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0E3B3ECA-8333-4019-8EA4-523ACBE609CE}"/>
              </a:ext>
            </a:extLst>
          </p:cNvPr>
          <p:cNvSpPr txBox="1"/>
          <p:nvPr/>
        </p:nvSpPr>
        <p:spPr>
          <a:xfrm>
            <a:off x="5586801" y="3559166"/>
            <a:ext cx="25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88CC7465-A666-4FB0-9D25-78EBC728E52A}"/>
              </a:ext>
            </a:extLst>
          </p:cNvPr>
          <p:cNvSpPr txBox="1"/>
          <p:nvPr/>
        </p:nvSpPr>
        <p:spPr>
          <a:xfrm>
            <a:off x="2268209" y="3870192"/>
            <a:ext cx="25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FFA88DB2-920C-4905-940E-15034D2176C2}"/>
              </a:ext>
            </a:extLst>
          </p:cNvPr>
          <p:cNvSpPr txBox="1"/>
          <p:nvPr/>
        </p:nvSpPr>
        <p:spPr>
          <a:xfrm>
            <a:off x="2224660" y="3220156"/>
            <a:ext cx="25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9ABB760-6172-4110-87C0-C95DBABEB1D7}"/>
              </a:ext>
            </a:extLst>
          </p:cNvPr>
          <p:cNvGrpSpPr/>
          <p:nvPr/>
        </p:nvGrpSpPr>
        <p:grpSpPr>
          <a:xfrm>
            <a:off x="85091" y="1286755"/>
            <a:ext cx="605377" cy="1143835"/>
            <a:chOff x="85091" y="1286755"/>
            <a:chExt cx="605377" cy="1143835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C9E82B37-C956-4AAB-9741-5B315C3355C2}"/>
                </a:ext>
              </a:extLst>
            </p:cNvPr>
            <p:cNvSpPr/>
            <p:nvPr/>
          </p:nvSpPr>
          <p:spPr>
            <a:xfrm>
              <a:off x="85091" y="1286755"/>
              <a:ext cx="605377" cy="63756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7" name="Arco 206">
              <a:extLst>
                <a:ext uri="{FF2B5EF4-FFF2-40B4-BE49-F238E27FC236}">
                  <a16:creationId xmlns:a16="http://schemas.microsoft.com/office/drawing/2014/main" id="{67A201AD-7A5B-4AAA-8897-893168E106CC}"/>
                </a:ext>
              </a:extLst>
            </p:cNvPr>
            <p:cNvSpPr/>
            <p:nvPr/>
          </p:nvSpPr>
          <p:spPr>
            <a:xfrm>
              <a:off x="322597" y="1300301"/>
              <a:ext cx="214494" cy="113028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08" name="Imagem 207">
            <a:extLst>
              <a:ext uri="{FF2B5EF4-FFF2-40B4-BE49-F238E27FC236}">
                <a16:creationId xmlns:a16="http://schemas.microsoft.com/office/drawing/2014/main" id="{AFD8F70C-1531-4334-BC88-FE683AAC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729" y="4658977"/>
            <a:ext cx="1698834" cy="2008190"/>
          </a:xfrm>
          <a:prstGeom prst="rect">
            <a:avLst/>
          </a:prstGeom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DAC494F2-1B70-4BC7-9432-6F847710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79" y="87445"/>
            <a:ext cx="1692678" cy="92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7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0" grpId="0" animBg="1"/>
      <p:bldP spid="25" grpId="0" animBg="1"/>
      <p:bldP spid="28" grpId="0" animBg="1"/>
      <p:bldP spid="31" grpId="0" animBg="1"/>
      <p:bldP spid="32" grpId="0" animBg="1"/>
      <p:bldP spid="35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86BB6C4-7607-4DD4-BA8E-159FD6264EE4}"/>
              </a:ext>
            </a:extLst>
          </p:cNvPr>
          <p:cNvSpPr txBox="1"/>
          <p:nvPr/>
        </p:nvSpPr>
        <p:spPr>
          <a:xfrm>
            <a:off x="2498270" y="206891"/>
            <a:ext cx="7520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PRONTO SOCORRO - PSO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7F4A39C-9C60-4226-A8B8-2837ABA1FBD2}"/>
              </a:ext>
            </a:extLst>
          </p:cNvPr>
          <p:cNvGrpSpPr/>
          <p:nvPr/>
        </p:nvGrpSpPr>
        <p:grpSpPr>
          <a:xfrm>
            <a:off x="1987423" y="1418254"/>
            <a:ext cx="3153747" cy="369332"/>
            <a:chOff x="391886" y="1399592"/>
            <a:chExt cx="3153747" cy="36933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58297C35-7C29-4F65-BC21-7756BF093C8C}"/>
                </a:ext>
              </a:extLst>
            </p:cNvPr>
            <p:cNvCxnSpPr/>
            <p:nvPr/>
          </p:nvCxnSpPr>
          <p:spPr>
            <a:xfrm>
              <a:off x="391886" y="1595535"/>
              <a:ext cx="1073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EA0266DE-DE7F-4A67-B5DE-CE7F2B0D8741}"/>
                </a:ext>
              </a:extLst>
            </p:cNvPr>
            <p:cNvSpPr txBox="1"/>
            <p:nvPr/>
          </p:nvSpPr>
          <p:spPr>
            <a:xfrm>
              <a:off x="1595535" y="1399592"/>
              <a:ext cx="1950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pacientes  </a:t>
              </a:r>
            </a:p>
          </p:txBody>
        </p:sp>
        <p:pic>
          <p:nvPicPr>
            <p:cNvPr id="9" name="Gráfico 8" descr="Infinito">
              <a:extLst>
                <a:ext uri="{FF2B5EF4-FFF2-40B4-BE49-F238E27FC236}">
                  <a16:creationId xmlns:a16="http://schemas.microsoft.com/office/drawing/2014/main" id="{DCF0A2D9-F9F6-4A2D-B995-BCA547E43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70584" y="1447800"/>
              <a:ext cx="295469" cy="295469"/>
            </a:xfrm>
            <a:prstGeom prst="rect">
              <a:avLst/>
            </a:prstGeom>
          </p:spPr>
        </p:pic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8B06A0E-77D3-4195-BAD1-AA75E773DD17}"/>
              </a:ext>
            </a:extLst>
          </p:cNvPr>
          <p:cNvCxnSpPr/>
          <p:nvPr/>
        </p:nvCxnSpPr>
        <p:spPr>
          <a:xfrm>
            <a:off x="1856795" y="2063332"/>
            <a:ext cx="10730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6C3536-F126-4002-9BC7-B70AA4C245CE}"/>
              </a:ext>
            </a:extLst>
          </p:cNvPr>
          <p:cNvSpPr txBox="1"/>
          <p:nvPr/>
        </p:nvSpPr>
        <p:spPr>
          <a:xfrm>
            <a:off x="3060443" y="1867389"/>
            <a:ext cx="243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Enfermeiro 2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E7092F1F-7F42-45BB-AA92-E1533EBE0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89858"/>
              </p:ext>
            </p:extLst>
          </p:nvPr>
        </p:nvGraphicFramePr>
        <p:xfrm>
          <a:off x="7336193" y="1399592"/>
          <a:ext cx="3261049" cy="332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1049">
                  <a:extLst>
                    <a:ext uri="{9D8B030D-6E8A-4147-A177-3AD203B41FA5}">
                      <a16:colId xmlns:a16="http://schemas.microsoft.com/office/drawing/2014/main" val="3703463325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Atributos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0721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Azul = 10%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09954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Verde = 40%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13516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Amarelo = 35%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013019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Laranja = 10%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30529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Vermelho = 5% (onda)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82181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E1 = Evasão 1 10%     A: 90%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823858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r>
                        <a:rPr lang="pt-BR" dirty="0"/>
                        <a:t>E2 = Evasão 2 32%     B: 68%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36369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927673"/>
                  </a:ext>
                </a:extLst>
              </a:tr>
            </a:tbl>
          </a:graphicData>
        </a:graphic>
      </p:graphicFrame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B0DD2A8-077B-4304-B219-ECFC415D5F4F}"/>
              </a:ext>
            </a:extLst>
          </p:cNvPr>
          <p:cNvCxnSpPr/>
          <p:nvPr/>
        </p:nvCxnSpPr>
        <p:spPr>
          <a:xfrm>
            <a:off x="1858588" y="2398613"/>
            <a:ext cx="107302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37721A3-C013-4A25-A666-5722128A096D}"/>
              </a:ext>
            </a:extLst>
          </p:cNvPr>
          <p:cNvSpPr txBox="1"/>
          <p:nvPr/>
        </p:nvSpPr>
        <p:spPr>
          <a:xfrm>
            <a:off x="3062236" y="2202670"/>
            <a:ext cx="282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6"/>
                </a:solidFill>
              </a:rPr>
              <a:t>Técnico de Enfermagem 12 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238F5BE-33AA-4FD2-9438-0DFD8C07FF2E}"/>
              </a:ext>
            </a:extLst>
          </p:cNvPr>
          <p:cNvCxnSpPr/>
          <p:nvPr/>
        </p:nvCxnSpPr>
        <p:spPr>
          <a:xfrm>
            <a:off x="1869345" y="2807407"/>
            <a:ext cx="107302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F6F8898-B0D4-409F-B538-EC50BDC1664A}"/>
              </a:ext>
            </a:extLst>
          </p:cNvPr>
          <p:cNvSpPr txBox="1"/>
          <p:nvPr/>
        </p:nvSpPr>
        <p:spPr>
          <a:xfrm>
            <a:off x="3072993" y="2611464"/>
            <a:ext cx="243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4"/>
                </a:solidFill>
              </a:rPr>
              <a:t>Médico 10</a:t>
            </a:r>
          </a:p>
        </p:txBody>
      </p:sp>
    </p:spTree>
    <p:extLst>
      <p:ext uri="{BB962C8B-B14F-4D97-AF65-F5344CB8AC3E}">
        <p14:creationId xmlns:p14="http://schemas.microsoft.com/office/powerpoint/2010/main" val="121615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D3860A6-3B3E-4738-A6FE-ABAD521C7F54}"/>
              </a:ext>
            </a:extLst>
          </p:cNvPr>
          <p:cNvGrpSpPr/>
          <p:nvPr/>
        </p:nvGrpSpPr>
        <p:grpSpPr>
          <a:xfrm>
            <a:off x="261259" y="3373564"/>
            <a:ext cx="605377" cy="1143835"/>
            <a:chOff x="85091" y="1286755"/>
            <a:chExt cx="605377" cy="1143835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4FBAAFB8-32B3-42BE-B007-183A91D0F4DA}"/>
                </a:ext>
              </a:extLst>
            </p:cNvPr>
            <p:cNvSpPr/>
            <p:nvPr/>
          </p:nvSpPr>
          <p:spPr>
            <a:xfrm>
              <a:off x="85091" y="1286755"/>
              <a:ext cx="605377" cy="63756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Arco 3">
              <a:extLst>
                <a:ext uri="{FF2B5EF4-FFF2-40B4-BE49-F238E27FC236}">
                  <a16:creationId xmlns:a16="http://schemas.microsoft.com/office/drawing/2014/main" id="{7B787FDD-B6FC-4E31-8CE8-78A4DC208B3D}"/>
                </a:ext>
              </a:extLst>
            </p:cNvPr>
            <p:cNvSpPr/>
            <p:nvPr/>
          </p:nvSpPr>
          <p:spPr>
            <a:xfrm>
              <a:off x="322597" y="1300301"/>
              <a:ext cx="214494" cy="113028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AB40253F-BAAF-424F-9154-0E5602458834}"/>
              </a:ext>
            </a:extLst>
          </p:cNvPr>
          <p:cNvSpPr/>
          <p:nvPr/>
        </p:nvSpPr>
        <p:spPr>
          <a:xfrm>
            <a:off x="1104142" y="3458665"/>
            <a:ext cx="884096" cy="46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CHEGADA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3B60077-3FEF-4308-ABB3-15B81D2A7CDB}"/>
              </a:ext>
            </a:extLst>
          </p:cNvPr>
          <p:cNvSpPr/>
          <p:nvPr/>
        </p:nvSpPr>
        <p:spPr>
          <a:xfrm>
            <a:off x="1625840" y="1679638"/>
            <a:ext cx="1175484" cy="843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registro do paciente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2F981A6-2ABE-4F71-800A-E3DF5ECF79B0}"/>
              </a:ext>
            </a:extLst>
          </p:cNvPr>
          <p:cNvSpPr/>
          <p:nvPr/>
        </p:nvSpPr>
        <p:spPr>
          <a:xfrm>
            <a:off x="2879794" y="1213093"/>
            <a:ext cx="884096" cy="46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Registro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B75199F-D73F-4A77-86AB-1909F657C9A5}"/>
              </a:ext>
            </a:extLst>
          </p:cNvPr>
          <p:cNvSpPr/>
          <p:nvPr/>
        </p:nvSpPr>
        <p:spPr>
          <a:xfrm>
            <a:off x="4309489" y="1024687"/>
            <a:ext cx="944532" cy="843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triagem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02AB422-F0FE-47EC-BCCC-17C359D87B94}"/>
              </a:ext>
            </a:extLst>
          </p:cNvPr>
          <p:cNvSpPr/>
          <p:nvPr/>
        </p:nvSpPr>
        <p:spPr>
          <a:xfrm>
            <a:off x="5588239" y="1213093"/>
            <a:ext cx="884096" cy="46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Triagem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(Manchester)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7A7C954-8921-405E-AA71-4D544F22FEAB}"/>
              </a:ext>
            </a:extLst>
          </p:cNvPr>
          <p:cNvSpPr/>
          <p:nvPr/>
        </p:nvSpPr>
        <p:spPr>
          <a:xfrm>
            <a:off x="6746202" y="955251"/>
            <a:ext cx="1175485" cy="9844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atendimento médico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CA30023-85C1-409D-BCCA-E32D5E3BDD09}"/>
              </a:ext>
            </a:extLst>
          </p:cNvPr>
          <p:cNvSpPr/>
          <p:nvPr/>
        </p:nvSpPr>
        <p:spPr>
          <a:xfrm>
            <a:off x="8463038" y="1213093"/>
            <a:ext cx="884096" cy="46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Atendimento médico</a:t>
            </a:r>
          </a:p>
          <a:p>
            <a:pPr algn="ctr"/>
            <a:r>
              <a:rPr lang="pt-BR" sz="1000" dirty="0" err="1">
                <a:solidFill>
                  <a:schemeClr val="tx1"/>
                </a:solidFill>
              </a:rPr>
              <a:t>Fast</a:t>
            </a:r>
            <a:r>
              <a:rPr lang="pt-BR" sz="1000" dirty="0">
                <a:solidFill>
                  <a:schemeClr val="tx1"/>
                </a:solidFill>
              </a:rPr>
              <a:t> Track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71528F7-F064-44F0-8DC0-9DE271DD320B}"/>
              </a:ext>
            </a:extLst>
          </p:cNvPr>
          <p:cNvSpPr/>
          <p:nvPr/>
        </p:nvSpPr>
        <p:spPr>
          <a:xfrm>
            <a:off x="9568130" y="953013"/>
            <a:ext cx="1175485" cy="98670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medicação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34E3822-46FC-4A18-9962-C6D37CE16E1A}"/>
              </a:ext>
            </a:extLst>
          </p:cNvPr>
          <p:cNvSpPr/>
          <p:nvPr/>
        </p:nvSpPr>
        <p:spPr>
          <a:xfrm>
            <a:off x="10964611" y="1213093"/>
            <a:ext cx="884096" cy="46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Medicação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03F5201-0055-4039-8068-ECED802AEB9C}"/>
              </a:ext>
            </a:extLst>
          </p:cNvPr>
          <p:cNvSpPr/>
          <p:nvPr/>
        </p:nvSpPr>
        <p:spPr>
          <a:xfrm>
            <a:off x="2329558" y="3288923"/>
            <a:ext cx="1244072" cy="8433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atendimento de urgência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35BF37B-D5C1-43BB-BD04-1C7E5798F5C1}"/>
              </a:ext>
            </a:extLst>
          </p:cNvPr>
          <p:cNvSpPr/>
          <p:nvPr/>
        </p:nvSpPr>
        <p:spPr>
          <a:xfrm>
            <a:off x="3905621" y="3483918"/>
            <a:ext cx="884096" cy="466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Atendimento de urgência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A0F137D-A640-4265-B772-A33ABA2A20C1}"/>
              </a:ext>
            </a:extLst>
          </p:cNvPr>
          <p:cNvSpPr/>
          <p:nvPr/>
        </p:nvSpPr>
        <p:spPr>
          <a:xfrm>
            <a:off x="3467660" y="4381933"/>
            <a:ext cx="1244071" cy="7750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cirurgia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9C9C209-B2C5-4674-B768-EE3EAE72FFF7}"/>
              </a:ext>
            </a:extLst>
          </p:cNvPr>
          <p:cNvSpPr/>
          <p:nvPr/>
        </p:nvSpPr>
        <p:spPr>
          <a:xfrm>
            <a:off x="4988278" y="4573518"/>
            <a:ext cx="690845" cy="383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Cirurgia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A4797BA-B3ED-4EC8-A973-773EEFBE8499}"/>
              </a:ext>
            </a:extLst>
          </p:cNvPr>
          <p:cNvSpPr/>
          <p:nvPr/>
        </p:nvSpPr>
        <p:spPr>
          <a:xfrm>
            <a:off x="5023660" y="3387011"/>
            <a:ext cx="1023980" cy="6599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Aguardando Internação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23F9DCC-74C6-4EEE-9968-E9D6E9EB3964}"/>
              </a:ext>
            </a:extLst>
          </p:cNvPr>
          <p:cNvSpPr/>
          <p:nvPr/>
        </p:nvSpPr>
        <p:spPr>
          <a:xfrm>
            <a:off x="6224859" y="3521825"/>
            <a:ext cx="809584" cy="385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Internação</a:t>
            </a:r>
          </a:p>
        </p:txBody>
      </p: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53DEFBB6-6ED7-4775-B193-48A509A04862}"/>
              </a:ext>
            </a:extLst>
          </p:cNvPr>
          <p:cNvCxnSpPr>
            <a:stCxn id="3" idx="6"/>
            <a:endCxn id="5" idx="1"/>
          </p:cNvCxnSpPr>
          <p:nvPr/>
        </p:nvCxnSpPr>
        <p:spPr>
          <a:xfrm flipV="1">
            <a:off x="866636" y="3691938"/>
            <a:ext cx="237506" cy="40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C19337BD-F702-4481-9DED-E0370C5891D5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1988239" y="2522989"/>
            <a:ext cx="225343" cy="116894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Curvo 26">
            <a:extLst>
              <a:ext uri="{FF2B5EF4-FFF2-40B4-BE49-F238E27FC236}">
                <a16:creationId xmlns:a16="http://schemas.microsoft.com/office/drawing/2014/main" id="{D6F5F887-DA0D-4B38-9511-A7D60C5EE40D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2430052" y="1229896"/>
            <a:ext cx="233272" cy="66621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Curvo 28">
            <a:extLst>
              <a:ext uri="{FF2B5EF4-FFF2-40B4-BE49-F238E27FC236}">
                <a16:creationId xmlns:a16="http://schemas.microsoft.com/office/drawing/2014/main" id="{9CE676E0-E0D1-4BC6-8559-FCA89C67D18D}"/>
              </a:ext>
            </a:extLst>
          </p:cNvPr>
          <p:cNvCxnSpPr>
            <a:stCxn id="7" idx="3"/>
            <a:endCxn id="8" idx="2"/>
          </p:cNvCxnSpPr>
          <p:nvPr/>
        </p:nvCxnSpPr>
        <p:spPr>
          <a:xfrm flipV="1">
            <a:off x="3763890" y="1446363"/>
            <a:ext cx="545599" cy="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Curvo 30">
            <a:extLst>
              <a:ext uri="{FF2B5EF4-FFF2-40B4-BE49-F238E27FC236}">
                <a16:creationId xmlns:a16="http://schemas.microsoft.com/office/drawing/2014/main" id="{799DCBE3-875E-49A2-B568-97E4820D28E8}"/>
              </a:ext>
            </a:extLst>
          </p:cNvPr>
          <p:cNvCxnSpPr>
            <a:stCxn id="8" idx="6"/>
            <a:endCxn id="9" idx="1"/>
          </p:cNvCxnSpPr>
          <p:nvPr/>
        </p:nvCxnSpPr>
        <p:spPr>
          <a:xfrm>
            <a:off x="5254021" y="1446363"/>
            <a:ext cx="334218" cy="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o 38">
            <a:extLst>
              <a:ext uri="{FF2B5EF4-FFF2-40B4-BE49-F238E27FC236}">
                <a16:creationId xmlns:a16="http://schemas.microsoft.com/office/drawing/2014/main" id="{D7B94BAC-0AF7-45AA-B54E-E4959E64D989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>
            <a:off x="6472335" y="1446366"/>
            <a:ext cx="273867" cy="111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9ADF8960-9D2B-4362-8FA8-F7E8377EFA69}"/>
              </a:ext>
            </a:extLst>
          </p:cNvPr>
          <p:cNvSpPr/>
          <p:nvPr/>
        </p:nvSpPr>
        <p:spPr>
          <a:xfrm>
            <a:off x="892082" y="6171137"/>
            <a:ext cx="130629" cy="15244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A948B7F-1F52-495B-BAA0-EFA41EFBDD30}"/>
              </a:ext>
            </a:extLst>
          </p:cNvPr>
          <p:cNvSpPr/>
          <p:nvPr/>
        </p:nvSpPr>
        <p:spPr>
          <a:xfrm>
            <a:off x="3364344" y="979881"/>
            <a:ext cx="130629" cy="15244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F641B50-C30C-4A02-8705-27582C20CA70}"/>
              </a:ext>
            </a:extLst>
          </p:cNvPr>
          <p:cNvSpPr txBox="1"/>
          <p:nvPr/>
        </p:nvSpPr>
        <p:spPr>
          <a:xfrm>
            <a:off x="3274941" y="703527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E1</a:t>
            </a:r>
          </a:p>
        </p:txBody>
      </p:sp>
      <p:cxnSp>
        <p:nvCxnSpPr>
          <p:cNvPr id="48" name="Conector: Curvo 47">
            <a:extLst>
              <a:ext uri="{FF2B5EF4-FFF2-40B4-BE49-F238E27FC236}">
                <a16:creationId xmlns:a16="http://schemas.microsoft.com/office/drawing/2014/main" id="{58206F05-6E69-4CDA-AC23-0156E11F9742}"/>
              </a:ext>
            </a:extLst>
          </p:cNvPr>
          <p:cNvCxnSpPr>
            <a:cxnSpLocks/>
            <a:stCxn id="7" idx="3"/>
            <a:endCxn id="3" idx="0"/>
          </p:cNvCxnSpPr>
          <p:nvPr/>
        </p:nvCxnSpPr>
        <p:spPr>
          <a:xfrm flipH="1">
            <a:off x="563948" y="1446366"/>
            <a:ext cx="3199942" cy="1927198"/>
          </a:xfrm>
          <a:prstGeom prst="curvedConnector4">
            <a:avLst>
              <a:gd name="adj1" fmla="val -2770"/>
              <a:gd name="adj2" fmla="val -248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0CC078A-8FF0-486C-A6EE-3C18B4530352}"/>
              </a:ext>
            </a:extLst>
          </p:cNvPr>
          <p:cNvSpPr txBox="1"/>
          <p:nvPr/>
        </p:nvSpPr>
        <p:spPr>
          <a:xfrm>
            <a:off x="3900399" y="1182014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60F6B57C-5F00-448F-AF66-5A05952495CF}"/>
              </a:ext>
            </a:extLst>
          </p:cNvPr>
          <p:cNvSpPr/>
          <p:nvPr/>
        </p:nvSpPr>
        <p:spPr>
          <a:xfrm>
            <a:off x="6615576" y="662002"/>
            <a:ext cx="130629" cy="15244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: Curvo 57">
            <a:extLst>
              <a:ext uri="{FF2B5EF4-FFF2-40B4-BE49-F238E27FC236}">
                <a16:creationId xmlns:a16="http://schemas.microsoft.com/office/drawing/2014/main" id="{5FE404AB-1C98-4381-8D77-4D168115FEAA}"/>
              </a:ext>
            </a:extLst>
          </p:cNvPr>
          <p:cNvCxnSpPr>
            <a:stCxn id="9" idx="3"/>
            <a:endCxn id="4" idx="0"/>
          </p:cNvCxnSpPr>
          <p:nvPr/>
        </p:nvCxnSpPr>
        <p:spPr>
          <a:xfrm flipH="1">
            <a:off x="606012" y="1446366"/>
            <a:ext cx="5866323" cy="1940744"/>
          </a:xfrm>
          <a:prstGeom prst="curvedConnector5">
            <a:avLst>
              <a:gd name="adj1" fmla="val -4215"/>
              <a:gd name="adj2" fmla="val -69472"/>
              <a:gd name="adj3" fmla="val 1038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A8A4B6F-0F9C-494E-BB7B-D78F4272DAA6}"/>
              </a:ext>
            </a:extLst>
          </p:cNvPr>
          <p:cNvSpPr txBox="1"/>
          <p:nvPr/>
        </p:nvSpPr>
        <p:spPr>
          <a:xfrm>
            <a:off x="6606077" y="356832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E2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6FADA97E-6DDC-4DFE-BB1D-EDBB5C829928}"/>
              </a:ext>
            </a:extLst>
          </p:cNvPr>
          <p:cNvSpPr txBox="1"/>
          <p:nvPr/>
        </p:nvSpPr>
        <p:spPr>
          <a:xfrm>
            <a:off x="5707323" y="1671175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B</a:t>
            </a:r>
          </a:p>
        </p:txBody>
      </p:sp>
      <p:cxnSp>
        <p:nvCxnSpPr>
          <p:cNvPr id="64" name="Conector: Curvo 63">
            <a:extLst>
              <a:ext uri="{FF2B5EF4-FFF2-40B4-BE49-F238E27FC236}">
                <a16:creationId xmlns:a16="http://schemas.microsoft.com/office/drawing/2014/main" id="{478D67CC-3259-417A-8693-C30B7A7C2A47}"/>
              </a:ext>
            </a:extLst>
          </p:cNvPr>
          <p:cNvCxnSpPr>
            <a:cxnSpLocks/>
            <a:stCxn id="10" idx="6"/>
            <a:endCxn id="11" idx="1"/>
          </p:cNvCxnSpPr>
          <p:nvPr/>
        </p:nvCxnSpPr>
        <p:spPr>
          <a:xfrm flipV="1">
            <a:off x="7921687" y="1446366"/>
            <a:ext cx="541351" cy="111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4FF0C583-D63C-4F63-99A0-43052C9234EF}"/>
              </a:ext>
            </a:extLst>
          </p:cNvPr>
          <p:cNvSpPr/>
          <p:nvPr/>
        </p:nvSpPr>
        <p:spPr>
          <a:xfrm>
            <a:off x="8099160" y="1382791"/>
            <a:ext cx="130629" cy="15244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63E4B7C2-9700-423D-8C8D-7F4166530187}"/>
              </a:ext>
            </a:extLst>
          </p:cNvPr>
          <p:cNvSpPr txBox="1"/>
          <p:nvPr/>
        </p:nvSpPr>
        <p:spPr>
          <a:xfrm>
            <a:off x="7826262" y="1118728"/>
            <a:ext cx="9559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A, V, AM</a:t>
            </a:r>
          </a:p>
        </p:txBody>
      </p:sp>
      <p:cxnSp>
        <p:nvCxnSpPr>
          <p:cNvPr id="68" name="Conector: Curvo 67">
            <a:extLst>
              <a:ext uri="{FF2B5EF4-FFF2-40B4-BE49-F238E27FC236}">
                <a16:creationId xmlns:a16="http://schemas.microsoft.com/office/drawing/2014/main" id="{1480F444-2181-46F5-9854-4DC56ABE2032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 flipV="1">
            <a:off x="9347134" y="1446364"/>
            <a:ext cx="220996" cy="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Curvo 69">
            <a:extLst>
              <a:ext uri="{FF2B5EF4-FFF2-40B4-BE49-F238E27FC236}">
                <a16:creationId xmlns:a16="http://schemas.microsoft.com/office/drawing/2014/main" id="{80CF91BD-EEC2-49F3-8E59-6480818D83A3}"/>
              </a:ext>
            </a:extLst>
          </p:cNvPr>
          <p:cNvCxnSpPr>
            <a:stCxn id="12" idx="6"/>
            <a:endCxn id="13" idx="1"/>
          </p:cNvCxnSpPr>
          <p:nvPr/>
        </p:nvCxnSpPr>
        <p:spPr>
          <a:xfrm>
            <a:off x="10743615" y="1446364"/>
            <a:ext cx="220996" cy="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Curvo 71">
            <a:extLst>
              <a:ext uri="{FF2B5EF4-FFF2-40B4-BE49-F238E27FC236}">
                <a16:creationId xmlns:a16="http://schemas.microsoft.com/office/drawing/2014/main" id="{744753F3-4FCC-40E1-ACBB-2DAC831F4DF7}"/>
              </a:ext>
            </a:extLst>
          </p:cNvPr>
          <p:cNvCxnSpPr>
            <a:stCxn id="5" idx="3"/>
            <a:endCxn id="14" idx="2"/>
          </p:cNvCxnSpPr>
          <p:nvPr/>
        </p:nvCxnSpPr>
        <p:spPr>
          <a:xfrm>
            <a:off x="1988238" y="3691938"/>
            <a:ext cx="341320" cy="1866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Curvo 75">
            <a:extLst>
              <a:ext uri="{FF2B5EF4-FFF2-40B4-BE49-F238E27FC236}">
                <a16:creationId xmlns:a16="http://schemas.microsoft.com/office/drawing/2014/main" id="{5D4BCCF7-6C30-402D-A7BC-620B64D18CFD}"/>
              </a:ext>
            </a:extLst>
          </p:cNvPr>
          <p:cNvCxnSpPr>
            <a:stCxn id="14" idx="6"/>
            <a:endCxn id="15" idx="1"/>
          </p:cNvCxnSpPr>
          <p:nvPr/>
        </p:nvCxnSpPr>
        <p:spPr>
          <a:xfrm>
            <a:off x="3573630" y="3710599"/>
            <a:ext cx="331991" cy="659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Curvo 77">
            <a:extLst>
              <a:ext uri="{FF2B5EF4-FFF2-40B4-BE49-F238E27FC236}">
                <a16:creationId xmlns:a16="http://schemas.microsoft.com/office/drawing/2014/main" id="{3677ECDA-F943-4891-B13E-0F217F811A31}"/>
              </a:ext>
            </a:extLst>
          </p:cNvPr>
          <p:cNvCxnSpPr>
            <a:cxnSpLocks/>
            <a:stCxn id="15" idx="3"/>
            <a:endCxn id="18" idx="2"/>
          </p:cNvCxnSpPr>
          <p:nvPr/>
        </p:nvCxnSpPr>
        <p:spPr>
          <a:xfrm flipV="1">
            <a:off x="4789717" y="3717009"/>
            <a:ext cx="233943" cy="18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Curvo 79">
            <a:extLst>
              <a:ext uri="{FF2B5EF4-FFF2-40B4-BE49-F238E27FC236}">
                <a16:creationId xmlns:a16="http://schemas.microsoft.com/office/drawing/2014/main" id="{4E189AE0-FE97-4F65-BD29-10E44F51CA3B}"/>
              </a:ext>
            </a:extLst>
          </p:cNvPr>
          <p:cNvCxnSpPr>
            <a:cxnSpLocks/>
            <a:stCxn id="18" idx="6"/>
            <a:endCxn id="19" idx="1"/>
          </p:cNvCxnSpPr>
          <p:nvPr/>
        </p:nvCxnSpPr>
        <p:spPr>
          <a:xfrm flipV="1">
            <a:off x="6047640" y="3714613"/>
            <a:ext cx="177219" cy="239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: Curvo 81">
            <a:extLst>
              <a:ext uri="{FF2B5EF4-FFF2-40B4-BE49-F238E27FC236}">
                <a16:creationId xmlns:a16="http://schemas.microsoft.com/office/drawing/2014/main" id="{240460B9-3D83-4A7C-A443-09A465BDF3B0}"/>
              </a:ext>
            </a:extLst>
          </p:cNvPr>
          <p:cNvCxnSpPr>
            <a:cxnSpLocks/>
            <a:stCxn id="16" idx="6"/>
            <a:endCxn id="17" idx="1"/>
          </p:cNvCxnSpPr>
          <p:nvPr/>
        </p:nvCxnSpPr>
        <p:spPr>
          <a:xfrm flipV="1">
            <a:off x="4711731" y="4765273"/>
            <a:ext cx="276547" cy="419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lipse 83">
            <a:extLst>
              <a:ext uri="{FF2B5EF4-FFF2-40B4-BE49-F238E27FC236}">
                <a16:creationId xmlns:a16="http://schemas.microsoft.com/office/drawing/2014/main" id="{810A26FD-6F88-4D10-B2C3-696955A3C016}"/>
              </a:ext>
            </a:extLst>
          </p:cNvPr>
          <p:cNvSpPr/>
          <p:nvPr/>
        </p:nvSpPr>
        <p:spPr>
          <a:xfrm>
            <a:off x="10816789" y="1939714"/>
            <a:ext cx="1154518" cy="8324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reavaliação médica</a:t>
            </a:r>
          </a:p>
        </p:txBody>
      </p:sp>
      <p:cxnSp>
        <p:nvCxnSpPr>
          <p:cNvPr id="87" name="Conector: Curvo 86">
            <a:extLst>
              <a:ext uri="{FF2B5EF4-FFF2-40B4-BE49-F238E27FC236}">
                <a16:creationId xmlns:a16="http://schemas.microsoft.com/office/drawing/2014/main" id="{D9D0BA4F-6F11-471E-BF9B-7F839F6C56FE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11279646" y="1806650"/>
            <a:ext cx="260076" cy="605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26A8FE27-5182-443C-A64D-16206C94A5E0}"/>
              </a:ext>
            </a:extLst>
          </p:cNvPr>
          <p:cNvSpPr/>
          <p:nvPr/>
        </p:nvSpPr>
        <p:spPr>
          <a:xfrm>
            <a:off x="7457682" y="2546400"/>
            <a:ext cx="1027607" cy="544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Atendimento médico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PA Cirúrgico</a:t>
            </a:r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6A5EBE65-29F3-4D9A-9CC1-F7FB33AB09D0}"/>
              </a:ext>
            </a:extLst>
          </p:cNvPr>
          <p:cNvSpPr/>
          <p:nvPr/>
        </p:nvSpPr>
        <p:spPr>
          <a:xfrm>
            <a:off x="8936669" y="2910126"/>
            <a:ext cx="1027607" cy="5499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Atendimento médico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PA Ortopédico</a:t>
            </a:r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02A34797-EA2F-4D7A-881E-BC80CFBBC1A6}"/>
              </a:ext>
            </a:extLst>
          </p:cNvPr>
          <p:cNvSpPr/>
          <p:nvPr/>
        </p:nvSpPr>
        <p:spPr>
          <a:xfrm>
            <a:off x="7623109" y="3313924"/>
            <a:ext cx="1175470" cy="8015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</a:t>
            </a:r>
            <a:r>
              <a:rPr lang="pt-BR" sz="1000" dirty="0" err="1">
                <a:solidFill>
                  <a:schemeClr val="tx1"/>
                </a:solidFill>
              </a:rPr>
              <a:t>observaçãoPA</a:t>
            </a:r>
            <a:r>
              <a:rPr lang="pt-BR" sz="1000" dirty="0">
                <a:solidFill>
                  <a:schemeClr val="tx1"/>
                </a:solidFill>
              </a:rPr>
              <a:t> Cirúrgico </a:t>
            </a:r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3B924328-95C0-4292-9C9D-09001C234851}"/>
              </a:ext>
            </a:extLst>
          </p:cNvPr>
          <p:cNvSpPr/>
          <p:nvPr/>
        </p:nvSpPr>
        <p:spPr>
          <a:xfrm>
            <a:off x="10102914" y="4037361"/>
            <a:ext cx="1244072" cy="8015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Aguardando observação PA Ortopédico </a:t>
            </a:r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8A3C0470-623D-44FB-A55D-327767ABFF9A}"/>
              </a:ext>
            </a:extLst>
          </p:cNvPr>
          <p:cNvSpPr/>
          <p:nvPr/>
        </p:nvSpPr>
        <p:spPr>
          <a:xfrm>
            <a:off x="7454335" y="4749777"/>
            <a:ext cx="1027607" cy="544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Atendimento observação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PA Cirúrgico</a:t>
            </a: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3119F46D-2E5B-4A26-99AE-FC14321789BF}"/>
              </a:ext>
            </a:extLst>
          </p:cNvPr>
          <p:cNvSpPr/>
          <p:nvPr/>
        </p:nvSpPr>
        <p:spPr>
          <a:xfrm>
            <a:off x="9992640" y="5574612"/>
            <a:ext cx="1027607" cy="5499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Atendimento observação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PA Ortopédico</a:t>
            </a:r>
          </a:p>
        </p:txBody>
      </p:sp>
      <p:cxnSp>
        <p:nvCxnSpPr>
          <p:cNvPr id="152" name="Conector: Curvo 151">
            <a:extLst>
              <a:ext uri="{FF2B5EF4-FFF2-40B4-BE49-F238E27FC236}">
                <a16:creationId xmlns:a16="http://schemas.microsoft.com/office/drawing/2014/main" id="{32F8D046-DB5E-46D0-A734-F01CBE0AB08E}"/>
              </a:ext>
            </a:extLst>
          </p:cNvPr>
          <p:cNvCxnSpPr>
            <a:cxnSpLocks/>
            <a:stCxn id="10" idx="6"/>
            <a:endCxn id="110" idx="0"/>
          </p:cNvCxnSpPr>
          <p:nvPr/>
        </p:nvCxnSpPr>
        <p:spPr>
          <a:xfrm>
            <a:off x="7921687" y="1447483"/>
            <a:ext cx="49799" cy="109891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: Curvo 153">
            <a:extLst>
              <a:ext uri="{FF2B5EF4-FFF2-40B4-BE49-F238E27FC236}">
                <a16:creationId xmlns:a16="http://schemas.microsoft.com/office/drawing/2014/main" id="{F66C1224-463E-4346-8DAD-160A45D4587F}"/>
              </a:ext>
            </a:extLst>
          </p:cNvPr>
          <p:cNvCxnSpPr>
            <a:cxnSpLocks/>
            <a:stCxn id="10" idx="6"/>
            <a:endCxn id="113" idx="0"/>
          </p:cNvCxnSpPr>
          <p:nvPr/>
        </p:nvCxnSpPr>
        <p:spPr>
          <a:xfrm>
            <a:off x="7921687" y="1447483"/>
            <a:ext cx="1528786" cy="146264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: Curvo 160">
            <a:extLst>
              <a:ext uri="{FF2B5EF4-FFF2-40B4-BE49-F238E27FC236}">
                <a16:creationId xmlns:a16="http://schemas.microsoft.com/office/drawing/2014/main" id="{4306B3AB-C5EB-4215-8E63-08B3E7536BBF}"/>
              </a:ext>
            </a:extLst>
          </p:cNvPr>
          <p:cNvCxnSpPr>
            <a:cxnSpLocks/>
            <a:stCxn id="114" idx="6"/>
            <a:endCxn id="116" idx="3"/>
          </p:cNvCxnSpPr>
          <p:nvPr/>
        </p:nvCxnSpPr>
        <p:spPr>
          <a:xfrm flipH="1">
            <a:off x="8481942" y="3714708"/>
            <a:ext cx="316637" cy="1307268"/>
          </a:xfrm>
          <a:prstGeom prst="curvedConnector3">
            <a:avLst>
              <a:gd name="adj1" fmla="val -73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: Curvo 170">
            <a:extLst>
              <a:ext uri="{FF2B5EF4-FFF2-40B4-BE49-F238E27FC236}">
                <a16:creationId xmlns:a16="http://schemas.microsoft.com/office/drawing/2014/main" id="{9E0D1643-7127-40EC-BF2F-734FD7535E69}"/>
              </a:ext>
            </a:extLst>
          </p:cNvPr>
          <p:cNvCxnSpPr>
            <a:cxnSpLocks/>
            <a:stCxn id="115" idx="6"/>
            <a:endCxn id="117" idx="3"/>
          </p:cNvCxnSpPr>
          <p:nvPr/>
        </p:nvCxnSpPr>
        <p:spPr>
          <a:xfrm flipH="1">
            <a:off x="11020247" y="4438145"/>
            <a:ext cx="326739" cy="1411459"/>
          </a:xfrm>
          <a:prstGeom prst="curvedConnector3">
            <a:avLst>
              <a:gd name="adj1" fmla="val -6996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: Curvo 172">
            <a:extLst>
              <a:ext uri="{FF2B5EF4-FFF2-40B4-BE49-F238E27FC236}">
                <a16:creationId xmlns:a16="http://schemas.microsoft.com/office/drawing/2014/main" id="{6A173124-B3F7-4F9C-A924-C36CC2A72FE3}"/>
              </a:ext>
            </a:extLst>
          </p:cNvPr>
          <p:cNvCxnSpPr>
            <a:stCxn id="110" idx="3"/>
            <a:endCxn id="114" idx="6"/>
          </p:cNvCxnSpPr>
          <p:nvPr/>
        </p:nvCxnSpPr>
        <p:spPr>
          <a:xfrm>
            <a:off x="8485289" y="2818599"/>
            <a:ext cx="313290" cy="896109"/>
          </a:xfrm>
          <a:prstGeom prst="curvedConnector3">
            <a:avLst>
              <a:gd name="adj1" fmla="val 1193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ctor: Curvo 174">
            <a:extLst>
              <a:ext uri="{FF2B5EF4-FFF2-40B4-BE49-F238E27FC236}">
                <a16:creationId xmlns:a16="http://schemas.microsoft.com/office/drawing/2014/main" id="{BB938AF2-CBCB-4009-9D6C-53EE4DB29BB2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 rot="16200000" flipH="1">
            <a:off x="9799085" y="3111496"/>
            <a:ext cx="577252" cy="127447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o 31">
            <a:extLst>
              <a:ext uri="{FF2B5EF4-FFF2-40B4-BE49-F238E27FC236}">
                <a16:creationId xmlns:a16="http://schemas.microsoft.com/office/drawing/2014/main" id="{9EB32FCE-6A3D-4BAE-9E75-D01719DEDCA5}"/>
              </a:ext>
            </a:extLst>
          </p:cNvPr>
          <p:cNvCxnSpPr>
            <a:cxnSpLocks/>
            <a:stCxn id="62" idx="0"/>
            <a:endCxn id="14" idx="2"/>
          </p:cNvCxnSpPr>
          <p:nvPr/>
        </p:nvCxnSpPr>
        <p:spPr>
          <a:xfrm rot="16200000" flipH="1" flipV="1">
            <a:off x="3118799" y="881934"/>
            <a:ext cx="2039424" cy="3617906"/>
          </a:xfrm>
          <a:prstGeom prst="curvedConnector4">
            <a:avLst>
              <a:gd name="adj1" fmla="val 46366"/>
              <a:gd name="adj2" fmla="val 9843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D2CC612-DA96-49E9-9975-236C9E7D708A}"/>
              </a:ext>
            </a:extLst>
          </p:cNvPr>
          <p:cNvSpPr txBox="1"/>
          <p:nvPr/>
        </p:nvSpPr>
        <p:spPr>
          <a:xfrm>
            <a:off x="4085896" y="2217430"/>
            <a:ext cx="800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laranja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C5DE2C00-A88A-40D9-9D05-5F86217D41FE}"/>
              </a:ext>
            </a:extLst>
          </p:cNvPr>
          <p:cNvSpPr txBox="1"/>
          <p:nvPr/>
        </p:nvSpPr>
        <p:spPr>
          <a:xfrm>
            <a:off x="8016695" y="1816647"/>
            <a:ext cx="88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amarelo e </a:t>
            </a:r>
          </a:p>
          <a:p>
            <a:r>
              <a:rPr lang="pt-BR" sz="1200" dirty="0"/>
              <a:t>laranja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0A4E66A4-6979-4926-B0EE-D96DE9639EA7}"/>
              </a:ext>
            </a:extLst>
          </p:cNvPr>
          <p:cNvSpPr txBox="1"/>
          <p:nvPr/>
        </p:nvSpPr>
        <p:spPr>
          <a:xfrm>
            <a:off x="6450193" y="1456810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B</a:t>
            </a:r>
          </a:p>
        </p:txBody>
      </p:sp>
      <p:cxnSp>
        <p:nvCxnSpPr>
          <p:cNvPr id="44" name="Conector: Curvo 43">
            <a:extLst>
              <a:ext uri="{FF2B5EF4-FFF2-40B4-BE49-F238E27FC236}">
                <a16:creationId xmlns:a16="http://schemas.microsoft.com/office/drawing/2014/main" id="{B523DB68-078A-409A-AC6B-C3B9A8E5F036}"/>
              </a:ext>
            </a:extLst>
          </p:cNvPr>
          <p:cNvCxnSpPr>
            <a:cxnSpLocks/>
            <a:stCxn id="14" idx="6"/>
            <a:endCxn id="16" idx="0"/>
          </p:cNvCxnSpPr>
          <p:nvPr/>
        </p:nvCxnSpPr>
        <p:spPr>
          <a:xfrm>
            <a:off x="3573630" y="3710599"/>
            <a:ext cx="516066" cy="67133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o 56">
            <a:extLst>
              <a:ext uri="{FF2B5EF4-FFF2-40B4-BE49-F238E27FC236}">
                <a16:creationId xmlns:a16="http://schemas.microsoft.com/office/drawing/2014/main" id="{501AA83F-A55F-462D-A833-2C8DAB0D2BAE}"/>
              </a:ext>
            </a:extLst>
          </p:cNvPr>
          <p:cNvCxnSpPr>
            <a:stCxn id="11" idx="3"/>
            <a:endCxn id="3" idx="0"/>
          </p:cNvCxnSpPr>
          <p:nvPr/>
        </p:nvCxnSpPr>
        <p:spPr>
          <a:xfrm flipH="1">
            <a:off x="563948" y="1446366"/>
            <a:ext cx="8783186" cy="1927198"/>
          </a:xfrm>
          <a:prstGeom prst="curvedConnector4">
            <a:avLst>
              <a:gd name="adj1" fmla="val -2603"/>
              <a:gd name="adj2" fmla="val -6931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Curvo 62">
            <a:extLst>
              <a:ext uri="{FF2B5EF4-FFF2-40B4-BE49-F238E27FC236}">
                <a16:creationId xmlns:a16="http://schemas.microsoft.com/office/drawing/2014/main" id="{7E59515D-1AFD-423E-892E-FF98EBA2D23E}"/>
              </a:ext>
            </a:extLst>
          </p:cNvPr>
          <p:cNvCxnSpPr>
            <a:stCxn id="84" idx="4"/>
            <a:endCxn id="11" idx="3"/>
          </p:cNvCxnSpPr>
          <p:nvPr/>
        </p:nvCxnSpPr>
        <p:spPr>
          <a:xfrm rot="5400000" flipH="1">
            <a:off x="9707700" y="1085800"/>
            <a:ext cx="1325781" cy="2046914"/>
          </a:xfrm>
          <a:prstGeom prst="curvedConnector4">
            <a:avLst>
              <a:gd name="adj1" fmla="val 693"/>
              <a:gd name="adj2" fmla="val 8623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Curvo 82">
            <a:extLst>
              <a:ext uri="{FF2B5EF4-FFF2-40B4-BE49-F238E27FC236}">
                <a16:creationId xmlns:a16="http://schemas.microsoft.com/office/drawing/2014/main" id="{FA46E406-750F-40C2-A85A-3CDA9789981C}"/>
              </a:ext>
            </a:extLst>
          </p:cNvPr>
          <p:cNvCxnSpPr>
            <a:cxnSpLocks/>
            <a:stCxn id="17" idx="0"/>
            <a:endCxn id="18" idx="4"/>
          </p:cNvCxnSpPr>
          <p:nvPr/>
        </p:nvCxnSpPr>
        <p:spPr>
          <a:xfrm rot="5400000" flipH="1" flipV="1">
            <a:off x="5171420" y="4209289"/>
            <a:ext cx="526511" cy="20194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Curvo 99">
            <a:extLst>
              <a:ext uri="{FF2B5EF4-FFF2-40B4-BE49-F238E27FC236}">
                <a16:creationId xmlns:a16="http://schemas.microsoft.com/office/drawing/2014/main" id="{85C60905-C687-41BA-A954-D9B1336292EF}"/>
              </a:ext>
            </a:extLst>
          </p:cNvPr>
          <p:cNvCxnSpPr>
            <a:cxnSpLocks/>
            <a:stCxn id="116" idx="1"/>
            <a:endCxn id="18" idx="4"/>
          </p:cNvCxnSpPr>
          <p:nvPr/>
        </p:nvCxnSpPr>
        <p:spPr>
          <a:xfrm rot="10800000">
            <a:off x="5535651" y="4047008"/>
            <a:ext cx="1918685" cy="97496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Curvo 101">
            <a:extLst>
              <a:ext uri="{FF2B5EF4-FFF2-40B4-BE49-F238E27FC236}">
                <a16:creationId xmlns:a16="http://schemas.microsoft.com/office/drawing/2014/main" id="{CBDAB9AF-7B38-43F5-8EE2-033050844166}"/>
              </a:ext>
            </a:extLst>
          </p:cNvPr>
          <p:cNvCxnSpPr>
            <a:cxnSpLocks/>
            <a:stCxn id="117" idx="2"/>
            <a:endCxn id="18" idx="4"/>
          </p:cNvCxnSpPr>
          <p:nvPr/>
        </p:nvCxnSpPr>
        <p:spPr>
          <a:xfrm rot="5400000" flipH="1">
            <a:off x="6982253" y="2600404"/>
            <a:ext cx="2077588" cy="4970794"/>
          </a:xfrm>
          <a:prstGeom prst="curvedConnector3">
            <a:avLst>
              <a:gd name="adj1" fmla="val -1100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Curvo 105">
            <a:extLst>
              <a:ext uri="{FF2B5EF4-FFF2-40B4-BE49-F238E27FC236}">
                <a16:creationId xmlns:a16="http://schemas.microsoft.com/office/drawing/2014/main" id="{03E3EB6A-70A2-4451-BF7C-704D4D81D431}"/>
              </a:ext>
            </a:extLst>
          </p:cNvPr>
          <p:cNvCxnSpPr>
            <a:stCxn id="117" idx="2"/>
            <a:endCxn id="3" idx="4"/>
          </p:cNvCxnSpPr>
          <p:nvPr/>
        </p:nvCxnSpPr>
        <p:spPr>
          <a:xfrm rot="5400000" flipH="1">
            <a:off x="4478463" y="96614"/>
            <a:ext cx="2113466" cy="9942496"/>
          </a:xfrm>
          <a:prstGeom prst="curvedConnector3">
            <a:avLst>
              <a:gd name="adj1" fmla="val -3068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681D937F-8AEA-42D4-AFC7-B99D506F178A}"/>
              </a:ext>
            </a:extLst>
          </p:cNvPr>
          <p:cNvSpPr txBox="1"/>
          <p:nvPr/>
        </p:nvSpPr>
        <p:spPr>
          <a:xfrm>
            <a:off x="8429224" y="79833"/>
            <a:ext cx="88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alta</a:t>
            </a: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729F88EC-0948-48B0-A071-B5C770D4273A}"/>
              </a:ext>
            </a:extLst>
          </p:cNvPr>
          <p:cNvSpPr txBox="1"/>
          <p:nvPr/>
        </p:nvSpPr>
        <p:spPr>
          <a:xfrm>
            <a:off x="1392159" y="4668028"/>
            <a:ext cx="88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alta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4B499C53-34A2-4F7B-B11B-B0ECD2B2F7C8}"/>
              </a:ext>
            </a:extLst>
          </p:cNvPr>
          <p:cNvSpPr txBox="1"/>
          <p:nvPr/>
        </p:nvSpPr>
        <p:spPr>
          <a:xfrm>
            <a:off x="1798669" y="3984620"/>
            <a:ext cx="800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vermelho</a:t>
            </a:r>
          </a:p>
        </p:txBody>
      </p:sp>
      <p:sp>
        <p:nvSpPr>
          <p:cNvPr id="124" name="Elipse 123">
            <a:extLst>
              <a:ext uri="{FF2B5EF4-FFF2-40B4-BE49-F238E27FC236}">
                <a16:creationId xmlns:a16="http://schemas.microsoft.com/office/drawing/2014/main" id="{85C4502B-C75E-4007-8D85-833ED1E3D6C3}"/>
              </a:ext>
            </a:extLst>
          </p:cNvPr>
          <p:cNvSpPr/>
          <p:nvPr/>
        </p:nvSpPr>
        <p:spPr>
          <a:xfrm>
            <a:off x="3004666" y="1788861"/>
            <a:ext cx="666214" cy="6407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rgbClr val="FF0000"/>
                </a:solidFill>
              </a:rPr>
              <a:t>Aux.</a:t>
            </a:r>
          </a:p>
          <a:p>
            <a:pPr algn="ctr"/>
            <a:r>
              <a:rPr lang="pt-BR" sz="1000" dirty="0">
                <a:solidFill>
                  <a:srgbClr val="FF0000"/>
                </a:solidFill>
              </a:rPr>
              <a:t>Adm</a:t>
            </a:r>
            <a:r>
              <a:rPr lang="pt-BR" sz="10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111" name="Conector: Curvo 110">
            <a:extLst>
              <a:ext uri="{FF2B5EF4-FFF2-40B4-BE49-F238E27FC236}">
                <a16:creationId xmlns:a16="http://schemas.microsoft.com/office/drawing/2014/main" id="{B30F4B64-5543-40F1-90D5-365A37B40C45}"/>
              </a:ext>
            </a:extLst>
          </p:cNvPr>
          <p:cNvCxnSpPr>
            <a:stCxn id="124" idx="6"/>
            <a:endCxn id="7" idx="3"/>
          </p:cNvCxnSpPr>
          <p:nvPr/>
        </p:nvCxnSpPr>
        <p:spPr>
          <a:xfrm flipV="1">
            <a:off x="3670880" y="1446366"/>
            <a:ext cx="93010" cy="662891"/>
          </a:xfrm>
          <a:prstGeom prst="curvedConnector3">
            <a:avLst>
              <a:gd name="adj1" fmla="val 2454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: Curvo 117">
            <a:extLst>
              <a:ext uri="{FF2B5EF4-FFF2-40B4-BE49-F238E27FC236}">
                <a16:creationId xmlns:a16="http://schemas.microsoft.com/office/drawing/2014/main" id="{AA38290D-6CA5-454C-BD82-B727A0B786C1}"/>
              </a:ext>
            </a:extLst>
          </p:cNvPr>
          <p:cNvCxnSpPr>
            <a:stCxn id="124" idx="2"/>
            <a:endCxn id="7" idx="1"/>
          </p:cNvCxnSpPr>
          <p:nvPr/>
        </p:nvCxnSpPr>
        <p:spPr>
          <a:xfrm rot="10800000">
            <a:off x="2879794" y="1446367"/>
            <a:ext cx="124872" cy="662891"/>
          </a:xfrm>
          <a:prstGeom prst="curvedConnector3">
            <a:avLst>
              <a:gd name="adj1" fmla="val 17845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C75A8765-81CC-42F4-89F0-B6CF3071DE45}"/>
              </a:ext>
            </a:extLst>
          </p:cNvPr>
          <p:cNvSpPr txBox="1"/>
          <p:nvPr/>
        </p:nvSpPr>
        <p:spPr>
          <a:xfrm>
            <a:off x="3592179" y="2142549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Elipse 131">
            <a:extLst>
              <a:ext uri="{FF2B5EF4-FFF2-40B4-BE49-F238E27FC236}">
                <a16:creationId xmlns:a16="http://schemas.microsoft.com/office/drawing/2014/main" id="{C44C0EF8-8E50-4D3F-8283-A454F48A5F72}"/>
              </a:ext>
            </a:extLst>
          </p:cNvPr>
          <p:cNvSpPr/>
          <p:nvPr/>
        </p:nvSpPr>
        <p:spPr>
          <a:xfrm>
            <a:off x="5697478" y="562503"/>
            <a:ext cx="627265" cy="58175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Enf.</a:t>
            </a:r>
          </a:p>
        </p:txBody>
      </p:sp>
      <p:cxnSp>
        <p:nvCxnSpPr>
          <p:cNvPr id="126" name="Conector: Curvo 125">
            <a:extLst>
              <a:ext uri="{FF2B5EF4-FFF2-40B4-BE49-F238E27FC236}">
                <a16:creationId xmlns:a16="http://schemas.microsoft.com/office/drawing/2014/main" id="{6A45EAAF-4941-4237-A85C-B9DEC5552520}"/>
              </a:ext>
            </a:extLst>
          </p:cNvPr>
          <p:cNvCxnSpPr>
            <a:stCxn id="132" idx="2"/>
            <a:endCxn id="9" idx="1"/>
          </p:cNvCxnSpPr>
          <p:nvPr/>
        </p:nvCxnSpPr>
        <p:spPr>
          <a:xfrm rot="10800000" flipV="1">
            <a:off x="5588240" y="853380"/>
            <a:ext cx="109239" cy="592986"/>
          </a:xfrm>
          <a:prstGeom prst="curvedConnector3">
            <a:avLst>
              <a:gd name="adj1" fmla="val 2067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: Curvo 127">
            <a:extLst>
              <a:ext uri="{FF2B5EF4-FFF2-40B4-BE49-F238E27FC236}">
                <a16:creationId xmlns:a16="http://schemas.microsoft.com/office/drawing/2014/main" id="{5AA4BD35-C972-465E-9DF4-44D86B83FA18}"/>
              </a:ext>
            </a:extLst>
          </p:cNvPr>
          <p:cNvCxnSpPr>
            <a:stCxn id="132" idx="6"/>
            <a:endCxn id="9" idx="3"/>
          </p:cNvCxnSpPr>
          <p:nvPr/>
        </p:nvCxnSpPr>
        <p:spPr>
          <a:xfrm>
            <a:off x="6324743" y="853380"/>
            <a:ext cx="147592" cy="592986"/>
          </a:xfrm>
          <a:prstGeom prst="curvedConnector3">
            <a:avLst>
              <a:gd name="adj1" fmla="val 1537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5F49E17F-962E-422D-A9FB-86FA87A229D0}"/>
              </a:ext>
            </a:extLst>
          </p:cNvPr>
          <p:cNvSpPr txBox="1"/>
          <p:nvPr/>
        </p:nvSpPr>
        <p:spPr>
          <a:xfrm>
            <a:off x="6264536" y="559463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40" name="Elipse 139">
            <a:extLst>
              <a:ext uri="{FF2B5EF4-FFF2-40B4-BE49-F238E27FC236}">
                <a16:creationId xmlns:a16="http://schemas.microsoft.com/office/drawing/2014/main" id="{97880293-1A9F-40DA-AFB9-186D32AA5C8E}"/>
              </a:ext>
            </a:extLst>
          </p:cNvPr>
          <p:cNvSpPr/>
          <p:nvPr/>
        </p:nvSpPr>
        <p:spPr>
          <a:xfrm>
            <a:off x="8547913" y="584157"/>
            <a:ext cx="627265" cy="58175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134" name="Conector: Curvo 133">
            <a:extLst>
              <a:ext uri="{FF2B5EF4-FFF2-40B4-BE49-F238E27FC236}">
                <a16:creationId xmlns:a16="http://schemas.microsoft.com/office/drawing/2014/main" id="{A7EE606A-5F65-422B-94D4-FA5607C8575F}"/>
              </a:ext>
            </a:extLst>
          </p:cNvPr>
          <p:cNvCxnSpPr>
            <a:stCxn id="140" idx="2"/>
            <a:endCxn id="11" idx="1"/>
          </p:cNvCxnSpPr>
          <p:nvPr/>
        </p:nvCxnSpPr>
        <p:spPr>
          <a:xfrm rot="10800000" flipV="1">
            <a:off x="8463039" y="875034"/>
            <a:ext cx="84875" cy="571332"/>
          </a:xfrm>
          <a:prstGeom prst="curvedConnector3">
            <a:avLst>
              <a:gd name="adj1" fmla="val 215431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: Curvo 135">
            <a:extLst>
              <a:ext uri="{FF2B5EF4-FFF2-40B4-BE49-F238E27FC236}">
                <a16:creationId xmlns:a16="http://schemas.microsoft.com/office/drawing/2014/main" id="{5B73F1F7-C640-4BBA-9294-F7EA536C3E20}"/>
              </a:ext>
            </a:extLst>
          </p:cNvPr>
          <p:cNvCxnSpPr>
            <a:stCxn id="140" idx="6"/>
            <a:endCxn id="11" idx="3"/>
          </p:cNvCxnSpPr>
          <p:nvPr/>
        </p:nvCxnSpPr>
        <p:spPr>
          <a:xfrm>
            <a:off x="9175178" y="875034"/>
            <a:ext cx="171956" cy="571332"/>
          </a:xfrm>
          <a:prstGeom prst="curvedConnector3">
            <a:avLst>
              <a:gd name="adj1" fmla="val 15154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FED3AB51-691C-44E6-A7A6-71E31433A069}"/>
              </a:ext>
            </a:extLst>
          </p:cNvPr>
          <p:cNvSpPr txBox="1"/>
          <p:nvPr/>
        </p:nvSpPr>
        <p:spPr>
          <a:xfrm>
            <a:off x="9160521" y="597624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149" name="Elipse 148">
            <a:extLst>
              <a:ext uri="{FF2B5EF4-FFF2-40B4-BE49-F238E27FC236}">
                <a16:creationId xmlns:a16="http://schemas.microsoft.com/office/drawing/2014/main" id="{FE498EAE-7F69-4113-B50C-C591CBEECD0F}"/>
              </a:ext>
            </a:extLst>
          </p:cNvPr>
          <p:cNvSpPr/>
          <p:nvPr/>
        </p:nvSpPr>
        <p:spPr>
          <a:xfrm>
            <a:off x="11076155" y="559463"/>
            <a:ext cx="627265" cy="58175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6"/>
                </a:solidFill>
              </a:rPr>
              <a:t>Tec.</a:t>
            </a:r>
          </a:p>
          <a:p>
            <a:pPr algn="ctr"/>
            <a:r>
              <a:rPr lang="pt-BR" sz="1000" dirty="0">
                <a:solidFill>
                  <a:schemeClr val="accent6"/>
                </a:solidFill>
              </a:rPr>
              <a:t>Enf.</a:t>
            </a:r>
          </a:p>
        </p:txBody>
      </p:sp>
      <p:cxnSp>
        <p:nvCxnSpPr>
          <p:cNvPr id="143" name="Conector: Curvo 142">
            <a:extLst>
              <a:ext uri="{FF2B5EF4-FFF2-40B4-BE49-F238E27FC236}">
                <a16:creationId xmlns:a16="http://schemas.microsoft.com/office/drawing/2014/main" id="{94FEA419-B552-4929-9B54-0A9F2F05AD2E}"/>
              </a:ext>
            </a:extLst>
          </p:cNvPr>
          <p:cNvCxnSpPr>
            <a:stCxn id="149" idx="6"/>
            <a:endCxn id="13" idx="3"/>
          </p:cNvCxnSpPr>
          <p:nvPr/>
        </p:nvCxnSpPr>
        <p:spPr>
          <a:xfrm>
            <a:off x="11703420" y="850340"/>
            <a:ext cx="145287" cy="596026"/>
          </a:xfrm>
          <a:prstGeom prst="curvedConnector3">
            <a:avLst>
              <a:gd name="adj1" fmla="val 17385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: Curvo 144">
            <a:extLst>
              <a:ext uri="{FF2B5EF4-FFF2-40B4-BE49-F238E27FC236}">
                <a16:creationId xmlns:a16="http://schemas.microsoft.com/office/drawing/2014/main" id="{0D9BDFD4-9385-472D-A2FE-49CB4C93C132}"/>
              </a:ext>
            </a:extLst>
          </p:cNvPr>
          <p:cNvCxnSpPr>
            <a:stCxn id="149" idx="2"/>
            <a:endCxn id="13" idx="1"/>
          </p:cNvCxnSpPr>
          <p:nvPr/>
        </p:nvCxnSpPr>
        <p:spPr>
          <a:xfrm rot="10800000" flipV="1">
            <a:off x="10964611" y="850340"/>
            <a:ext cx="111544" cy="596026"/>
          </a:xfrm>
          <a:prstGeom prst="curvedConnector3">
            <a:avLst>
              <a:gd name="adj1" fmla="val 196198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A24956CF-7345-48CD-8077-F2896F6865CF}"/>
              </a:ext>
            </a:extLst>
          </p:cNvPr>
          <p:cNvSpPr txBox="1"/>
          <p:nvPr/>
        </p:nvSpPr>
        <p:spPr>
          <a:xfrm>
            <a:off x="11703420" y="597623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DD447DC7-502E-4922-8BD2-F86F1607C9EE}"/>
              </a:ext>
            </a:extLst>
          </p:cNvPr>
          <p:cNvSpPr/>
          <p:nvPr/>
        </p:nvSpPr>
        <p:spPr>
          <a:xfrm>
            <a:off x="6765693" y="2508955"/>
            <a:ext cx="627265" cy="58175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155" name="Conector: Curvo 154">
            <a:extLst>
              <a:ext uri="{FF2B5EF4-FFF2-40B4-BE49-F238E27FC236}">
                <a16:creationId xmlns:a16="http://schemas.microsoft.com/office/drawing/2014/main" id="{D59C596D-CF2C-4E2A-BE5F-E2064E2ECED3}"/>
              </a:ext>
            </a:extLst>
          </p:cNvPr>
          <p:cNvCxnSpPr>
            <a:stCxn id="159" idx="0"/>
            <a:endCxn id="110" idx="0"/>
          </p:cNvCxnSpPr>
          <p:nvPr/>
        </p:nvCxnSpPr>
        <p:spPr>
          <a:xfrm rot="16200000" flipH="1">
            <a:off x="7506683" y="2081597"/>
            <a:ext cx="37445" cy="892160"/>
          </a:xfrm>
          <a:prstGeom prst="curvedConnector3">
            <a:avLst>
              <a:gd name="adj1" fmla="val -610495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: Curvo 157">
            <a:extLst>
              <a:ext uri="{FF2B5EF4-FFF2-40B4-BE49-F238E27FC236}">
                <a16:creationId xmlns:a16="http://schemas.microsoft.com/office/drawing/2014/main" id="{3CD863BF-95A4-4D72-BEC8-3028ADAC2CE9}"/>
              </a:ext>
            </a:extLst>
          </p:cNvPr>
          <p:cNvCxnSpPr>
            <a:stCxn id="159" idx="4"/>
            <a:endCxn id="110" idx="2"/>
          </p:cNvCxnSpPr>
          <p:nvPr/>
        </p:nvCxnSpPr>
        <p:spPr>
          <a:xfrm rot="16200000" flipH="1">
            <a:off x="7525362" y="2644673"/>
            <a:ext cx="89" cy="892160"/>
          </a:xfrm>
          <a:prstGeom prst="curvedConnector3">
            <a:avLst>
              <a:gd name="adj1" fmla="val 256953933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Elipse 169">
            <a:extLst>
              <a:ext uri="{FF2B5EF4-FFF2-40B4-BE49-F238E27FC236}">
                <a16:creationId xmlns:a16="http://schemas.microsoft.com/office/drawing/2014/main" id="{633F9E41-290A-480A-836E-F10B84D263E7}"/>
              </a:ext>
            </a:extLst>
          </p:cNvPr>
          <p:cNvSpPr/>
          <p:nvPr/>
        </p:nvSpPr>
        <p:spPr>
          <a:xfrm>
            <a:off x="10021792" y="2923413"/>
            <a:ext cx="627265" cy="58175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169" name="Conector: Curvo 168">
            <a:extLst>
              <a:ext uri="{FF2B5EF4-FFF2-40B4-BE49-F238E27FC236}">
                <a16:creationId xmlns:a16="http://schemas.microsoft.com/office/drawing/2014/main" id="{E70049EC-F2DC-462B-B57A-51642DF149E7}"/>
              </a:ext>
            </a:extLst>
          </p:cNvPr>
          <p:cNvCxnSpPr>
            <a:stCxn id="170" idx="0"/>
            <a:endCxn id="113" idx="0"/>
          </p:cNvCxnSpPr>
          <p:nvPr/>
        </p:nvCxnSpPr>
        <p:spPr>
          <a:xfrm rot="16200000" flipV="1">
            <a:off x="9886306" y="2474294"/>
            <a:ext cx="13287" cy="884952"/>
          </a:xfrm>
          <a:prstGeom prst="curvedConnector3">
            <a:avLst>
              <a:gd name="adj1" fmla="val 182047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: Curvo 173">
            <a:extLst>
              <a:ext uri="{FF2B5EF4-FFF2-40B4-BE49-F238E27FC236}">
                <a16:creationId xmlns:a16="http://schemas.microsoft.com/office/drawing/2014/main" id="{C49E8123-E1C5-4B20-A9D1-F50FAE5CA616}"/>
              </a:ext>
            </a:extLst>
          </p:cNvPr>
          <p:cNvCxnSpPr>
            <a:stCxn id="170" idx="4"/>
            <a:endCxn id="113" idx="2"/>
          </p:cNvCxnSpPr>
          <p:nvPr/>
        </p:nvCxnSpPr>
        <p:spPr>
          <a:xfrm rot="5400000" flipH="1">
            <a:off x="9870420" y="3040162"/>
            <a:ext cx="45058" cy="884952"/>
          </a:xfrm>
          <a:prstGeom prst="curvedConnector3">
            <a:avLst>
              <a:gd name="adj1" fmla="val -507346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Elipse 187">
            <a:extLst>
              <a:ext uri="{FF2B5EF4-FFF2-40B4-BE49-F238E27FC236}">
                <a16:creationId xmlns:a16="http://schemas.microsoft.com/office/drawing/2014/main" id="{99A54C05-D881-4AB9-89FC-B98150B3B67D}"/>
              </a:ext>
            </a:extLst>
          </p:cNvPr>
          <p:cNvSpPr/>
          <p:nvPr/>
        </p:nvSpPr>
        <p:spPr>
          <a:xfrm>
            <a:off x="7730883" y="4183284"/>
            <a:ext cx="534724" cy="52693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6"/>
                </a:solidFill>
              </a:rPr>
              <a:t>Tec</a:t>
            </a:r>
            <a:endParaRPr lang="pt-BR" sz="1000" dirty="0">
              <a:solidFill>
                <a:schemeClr val="accent6"/>
              </a:solidFill>
            </a:endParaRPr>
          </a:p>
          <a:p>
            <a:pPr algn="ctr"/>
            <a:r>
              <a:rPr lang="pt-BR" sz="1000" dirty="0" err="1">
                <a:solidFill>
                  <a:schemeClr val="accent6"/>
                </a:solidFill>
              </a:rPr>
              <a:t>Enf</a:t>
            </a:r>
            <a:endParaRPr lang="pt-BR" sz="1000" dirty="0">
              <a:solidFill>
                <a:schemeClr val="accent6"/>
              </a:solidFill>
            </a:endParaRPr>
          </a:p>
        </p:txBody>
      </p:sp>
      <p:cxnSp>
        <p:nvCxnSpPr>
          <p:cNvPr id="191" name="Conector: Curvo 190">
            <a:extLst>
              <a:ext uri="{FF2B5EF4-FFF2-40B4-BE49-F238E27FC236}">
                <a16:creationId xmlns:a16="http://schemas.microsoft.com/office/drawing/2014/main" id="{2280A2E7-BD39-4B00-A314-F2A3F315EA05}"/>
              </a:ext>
            </a:extLst>
          </p:cNvPr>
          <p:cNvCxnSpPr>
            <a:stCxn id="188" idx="2"/>
            <a:endCxn id="116" idx="1"/>
          </p:cNvCxnSpPr>
          <p:nvPr/>
        </p:nvCxnSpPr>
        <p:spPr>
          <a:xfrm rot="10800000" flipV="1">
            <a:off x="7454335" y="4446752"/>
            <a:ext cx="276548" cy="575224"/>
          </a:xfrm>
          <a:prstGeom prst="curvedConnector3">
            <a:avLst>
              <a:gd name="adj1" fmla="val 18266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: Curvo 192">
            <a:extLst>
              <a:ext uri="{FF2B5EF4-FFF2-40B4-BE49-F238E27FC236}">
                <a16:creationId xmlns:a16="http://schemas.microsoft.com/office/drawing/2014/main" id="{4DE2A9FC-5B75-4F55-977C-AAB94793D8F5}"/>
              </a:ext>
            </a:extLst>
          </p:cNvPr>
          <p:cNvCxnSpPr>
            <a:stCxn id="188" idx="6"/>
            <a:endCxn id="116" idx="3"/>
          </p:cNvCxnSpPr>
          <p:nvPr/>
        </p:nvCxnSpPr>
        <p:spPr>
          <a:xfrm>
            <a:off x="8265607" y="4446752"/>
            <a:ext cx="216335" cy="575224"/>
          </a:xfrm>
          <a:prstGeom prst="curvedConnector3">
            <a:avLst>
              <a:gd name="adj1" fmla="val 205669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25750887-10B3-4A17-B75E-C61AAD0B7BA1}"/>
              </a:ext>
            </a:extLst>
          </p:cNvPr>
          <p:cNvSpPr txBox="1"/>
          <p:nvPr/>
        </p:nvSpPr>
        <p:spPr>
          <a:xfrm>
            <a:off x="1109181" y="5668853"/>
            <a:ext cx="88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alta</a:t>
            </a:r>
          </a:p>
        </p:txBody>
      </p:sp>
      <p:sp>
        <p:nvSpPr>
          <p:cNvPr id="197" name="Elipse 196">
            <a:extLst>
              <a:ext uri="{FF2B5EF4-FFF2-40B4-BE49-F238E27FC236}">
                <a16:creationId xmlns:a16="http://schemas.microsoft.com/office/drawing/2014/main" id="{20427854-FA9B-4C7E-8852-8D1905841EAC}"/>
              </a:ext>
            </a:extLst>
          </p:cNvPr>
          <p:cNvSpPr/>
          <p:nvPr/>
        </p:nvSpPr>
        <p:spPr>
          <a:xfrm>
            <a:off x="10253651" y="4983074"/>
            <a:ext cx="534724" cy="52693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6"/>
                </a:solidFill>
              </a:rPr>
              <a:t>Tec</a:t>
            </a:r>
            <a:endParaRPr lang="pt-BR" sz="1000" dirty="0">
              <a:solidFill>
                <a:schemeClr val="accent6"/>
              </a:solidFill>
            </a:endParaRPr>
          </a:p>
          <a:p>
            <a:pPr algn="ctr"/>
            <a:r>
              <a:rPr lang="pt-BR" sz="1000" dirty="0" err="1">
                <a:solidFill>
                  <a:schemeClr val="accent6"/>
                </a:solidFill>
              </a:rPr>
              <a:t>Enf</a:t>
            </a:r>
            <a:endParaRPr lang="pt-BR" sz="1000" dirty="0">
              <a:solidFill>
                <a:schemeClr val="accent6"/>
              </a:solidFill>
            </a:endParaRPr>
          </a:p>
        </p:txBody>
      </p:sp>
      <p:cxnSp>
        <p:nvCxnSpPr>
          <p:cNvPr id="201" name="Conector: Curvo 200">
            <a:extLst>
              <a:ext uri="{FF2B5EF4-FFF2-40B4-BE49-F238E27FC236}">
                <a16:creationId xmlns:a16="http://schemas.microsoft.com/office/drawing/2014/main" id="{5E78A34F-CE86-4EC1-9571-27DB5934083C}"/>
              </a:ext>
            </a:extLst>
          </p:cNvPr>
          <p:cNvCxnSpPr>
            <a:stCxn id="197" idx="2"/>
            <a:endCxn id="117" idx="1"/>
          </p:cNvCxnSpPr>
          <p:nvPr/>
        </p:nvCxnSpPr>
        <p:spPr>
          <a:xfrm rot="10800000" flipV="1">
            <a:off x="9992641" y="5246542"/>
            <a:ext cx="261011" cy="603062"/>
          </a:xfrm>
          <a:prstGeom prst="curvedConnector3">
            <a:avLst>
              <a:gd name="adj1" fmla="val 137536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: Curvo 202">
            <a:extLst>
              <a:ext uri="{FF2B5EF4-FFF2-40B4-BE49-F238E27FC236}">
                <a16:creationId xmlns:a16="http://schemas.microsoft.com/office/drawing/2014/main" id="{2BE54752-A9EC-4ECA-B123-31A38250E2F1}"/>
              </a:ext>
            </a:extLst>
          </p:cNvPr>
          <p:cNvCxnSpPr>
            <a:stCxn id="197" idx="6"/>
            <a:endCxn id="117" idx="3"/>
          </p:cNvCxnSpPr>
          <p:nvPr/>
        </p:nvCxnSpPr>
        <p:spPr>
          <a:xfrm>
            <a:off x="10788375" y="5246542"/>
            <a:ext cx="231872" cy="603062"/>
          </a:xfrm>
          <a:prstGeom prst="curvedConnector3">
            <a:avLst>
              <a:gd name="adj1" fmla="val 15432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Elipse 208">
            <a:extLst>
              <a:ext uri="{FF2B5EF4-FFF2-40B4-BE49-F238E27FC236}">
                <a16:creationId xmlns:a16="http://schemas.microsoft.com/office/drawing/2014/main" id="{B6594A51-C6F8-419E-ABFE-25D30C6491AA}"/>
              </a:ext>
            </a:extLst>
          </p:cNvPr>
          <p:cNvSpPr/>
          <p:nvPr/>
        </p:nvSpPr>
        <p:spPr>
          <a:xfrm>
            <a:off x="7782816" y="5334559"/>
            <a:ext cx="482791" cy="45882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211" name="Conector: Curvo 210">
            <a:extLst>
              <a:ext uri="{FF2B5EF4-FFF2-40B4-BE49-F238E27FC236}">
                <a16:creationId xmlns:a16="http://schemas.microsoft.com/office/drawing/2014/main" id="{727CED6C-24F3-4540-9497-AA2CFBF4E274}"/>
              </a:ext>
            </a:extLst>
          </p:cNvPr>
          <p:cNvCxnSpPr>
            <a:stCxn id="209" idx="6"/>
            <a:endCxn id="116" idx="3"/>
          </p:cNvCxnSpPr>
          <p:nvPr/>
        </p:nvCxnSpPr>
        <p:spPr>
          <a:xfrm flipV="1">
            <a:off x="8265607" y="5021976"/>
            <a:ext cx="216335" cy="541995"/>
          </a:xfrm>
          <a:prstGeom prst="curvedConnector3">
            <a:avLst>
              <a:gd name="adj1" fmla="val 20566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ector: Curvo 212">
            <a:extLst>
              <a:ext uri="{FF2B5EF4-FFF2-40B4-BE49-F238E27FC236}">
                <a16:creationId xmlns:a16="http://schemas.microsoft.com/office/drawing/2014/main" id="{226131AA-77EC-44E3-9FBD-F21AD0C1AF28}"/>
              </a:ext>
            </a:extLst>
          </p:cNvPr>
          <p:cNvCxnSpPr>
            <a:stCxn id="209" idx="2"/>
            <a:endCxn id="116" idx="1"/>
          </p:cNvCxnSpPr>
          <p:nvPr/>
        </p:nvCxnSpPr>
        <p:spPr>
          <a:xfrm rot="10800000">
            <a:off x="7454336" y="5021977"/>
            <a:ext cx="328481" cy="541995"/>
          </a:xfrm>
          <a:prstGeom prst="curvedConnector3">
            <a:avLst>
              <a:gd name="adj1" fmla="val 169593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Elipse 213">
            <a:extLst>
              <a:ext uri="{FF2B5EF4-FFF2-40B4-BE49-F238E27FC236}">
                <a16:creationId xmlns:a16="http://schemas.microsoft.com/office/drawing/2014/main" id="{624A1DD2-7B18-4866-977B-A6E9050DDD49}"/>
              </a:ext>
            </a:extLst>
          </p:cNvPr>
          <p:cNvSpPr/>
          <p:nvPr/>
        </p:nvSpPr>
        <p:spPr>
          <a:xfrm>
            <a:off x="10453251" y="6201561"/>
            <a:ext cx="627265" cy="58175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216" name="Conector: Curvo 215">
            <a:extLst>
              <a:ext uri="{FF2B5EF4-FFF2-40B4-BE49-F238E27FC236}">
                <a16:creationId xmlns:a16="http://schemas.microsoft.com/office/drawing/2014/main" id="{9103DEAF-7B53-4F86-97F2-3BBE65939169}"/>
              </a:ext>
            </a:extLst>
          </p:cNvPr>
          <p:cNvCxnSpPr>
            <a:stCxn id="214" idx="6"/>
            <a:endCxn id="117" idx="3"/>
          </p:cNvCxnSpPr>
          <p:nvPr/>
        </p:nvCxnSpPr>
        <p:spPr>
          <a:xfrm flipH="1" flipV="1">
            <a:off x="11020247" y="5849604"/>
            <a:ext cx="60269" cy="642834"/>
          </a:xfrm>
          <a:prstGeom prst="curvedConnector3">
            <a:avLst>
              <a:gd name="adj1" fmla="val -379299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: Curvo 217">
            <a:extLst>
              <a:ext uri="{FF2B5EF4-FFF2-40B4-BE49-F238E27FC236}">
                <a16:creationId xmlns:a16="http://schemas.microsoft.com/office/drawing/2014/main" id="{196D8A30-6E07-4293-849C-63ADEF6F1BFB}"/>
              </a:ext>
            </a:extLst>
          </p:cNvPr>
          <p:cNvCxnSpPr>
            <a:stCxn id="214" idx="2"/>
            <a:endCxn id="117" idx="1"/>
          </p:cNvCxnSpPr>
          <p:nvPr/>
        </p:nvCxnSpPr>
        <p:spPr>
          <a:xfrm rot="10800000">
            <a:off x="9992641" y="5849604"/>
            <a:ext cx="460611" cy="642834"/>
          </a:xfrm>
          <a:prstGeom prst="curvedConnector3">
            <a:avLst>
              <a:gd name="adj1" fmla="val 14963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Elipse 221">
            <a:extLst>
              <a:ext uri="{FF2B5EF4-FFF2-40B4-BE49-F238E27FC236}">
                <a16:creationId xmlns:a16="http://schemas.microsoft.com/office/drawing/2014/main" id="{55F03DD9-D179-44B2-8905-E91B2AAE9861}"/>
              </a:ext>
            </a:extLst>
          </p:cNvPr>
          <p:cNvSpPr/>
          <p:nvPr/>
        </p:nvSpPr>
        <p:spPr>
          <a:xfrm>
            <a:off x="2935327" y="2786239"/>
            <a:ext cx="577673" cy="4994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accent1"/>
                </a:solidFill>
              </a:rPr>
              <a:t>Enf.</a:t>
            </a:r>
          </a:p>
        </p:txBody>
      </p:sp>
      <p:cxnSp>
        <p:nvCxnSpPr>
          <p:cNvPr id="224" name="Conector: Curvo 223">
            <a:extLst>
              <a:ext uri="{FF2B5EF4-FFF2-40B4-BE49-F238E27FC236}">
                <a16:creationId xmlns:a16="http://schemas.microsoft.com/office/drawing/2014/main" id="{5F063115-E714-4FE8-9CBF-DEE7CDDA3E09}"/>
              </a:ext>
            </a:extLst>
          </p:cNvPr>
          <p:cNvCxnSpPr>
            <a:stCxn id="222" idx="2"/>
            <a:endCxn id="14" idx="2"/>
          </p:cNvCxnSpPr>
          <p:nvPr/>
        </p:nvCxnSpPr>
        <p:spPr>
          <a:xfrm rot="10800000" flipV="1">
            <a:off x="2329559" y="3035943"/>
            <a:ext cx="605769" cy="674656"/>
          </a:xfrm>
          <a:prstGeom prst="curvedConnector3">
            <a:avLst>
              <a:gd name="adj1" fmla="val 1023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ector: Curvo 225">
            <a:extLst>
              <a:ext uri="{FF2B5EF4-FFF2-40B4-BE49-F238E27FC236}">
                <a16:creationId xmlns:a16="http://schemas.microsoft.com/office/drawing/2014/main" id="{59CCFF00-D823-40FC-9C8D-0B591FD1F729}"/>
              </a:ext>
            </a:extLst>
          </p:cNvPr>
          <p:cNvCxnSpPr>
            <a:stCxn id="222" idx="6"/>
            <a:endCxn id="14" idx="6"/>
          </p:cNvCxnSpPr>
          <p:nvPr/>
        </p:nvCxnSpPr>
        <p:spPr>
          <a:xfrm>
            <a:off x="3513000" y="3035943"/>
            <a:ext cx="60630" cy="674656"/>
          </a:xfrm>
          <a:prstGeom prst="curvedConnector3">
            <a:avLst>
              <a:gd name="adj1" fmla="val 4770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Elipse 227">
            <a:extLst>
              <a:ext uri="{FF2B5EF4-FFF2-40B4-BE49-F238E27FC236}">
                <a16:creationId xmlns:a16="http://schemas.microsoft.com/office/drawing/2014/main" id="{ACE3C3D0-C301-43EA-AF99-BC171F285F7A}"/>
              </a:ext>
            </a:extLst>
          </p:cNvPr>
          <p:cNvSpPr/>
          <p:nvPr/>
        </p:nvSpPr>
        <p:spPr>
          <a:xfrm>
            <a:off x="2434288" y="4253056"/>
            <a:ext cx="627265" cy="58175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230" name="Conector: Curvo 229">
            <a:extLst>
              <a:ext uri="{FF2B5EF4-FFF2-40B4-BE49-F238E27FC236}">
                <a16:creationId xmlns:a16="http://schemas.microsoft.com/office/drawing/2014/main" id="{F24D0EF3-A7E2-4762-A8B8-E848408F789F}"/>
              </a:ext>
            </a:extLst>
          </p:cNvPr>
          <p:cNvCxnSpPr>
            <a:stCxn id="228" idx="2"/>
            <a:endCxn id="14" idx="2"/>
          </p:cNvCxnSpPr>
          <p:nvPr/>
        </p:nvCxnSpPr>
        <p:spPr>
          <a:xfrm rot="10800000">
            <a:off x="2329558" y="3710599"/>
            <a:ext cx="104730" cy="833334"/>
          </a:xfrm>
          <a:prstGeom prst="curvedConnector3">
            <a:avLst>
              <a:gd name="adj1" fmla="val 264821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ector: Curvo 231">
            <a:extLst>
              <a:ext uri="{FF2B5EF4-FFF2-40B4-BE49-F238E27FC236}">
                <a16:creationId xmlns:a16="http://schemas.microsoft.com/office/drawing/2014/main" id="{21CCFF2B-1096-4EBC-9CBB-D87B40F14F43}"/>
              </a:ext>
            </a:extLst>
          </p:cNvPr>
          <p:cNvCxnSpPr>
            <a:stCxn id="228" idx="6"/>
            <a:endCxn id="14" idx="6"/>
          </p:cNvCxnSpPr>
          <p:nvPr/>
        </p:nvCxnSpPr>
        <p:spPr>
          <a:xfrm flipV="1">
            <a:off x="3061553" y="3710599"/>
            <a:ext cx="512077" cy="833334"/>
          </a:xfrm>
          <a:prstGeom prst="curvedConnector3">
            <a:avLst>
              <a:gd name="adj1" fmla="val 106378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Elipse 235">
            <a:extLst>
              <a:ext uri="{FF2B5EF4-FFF2-40B4-BE49-F238E27FC236}">
                <a16:creationId xmlns:a16="http://schemas.microsoft.com/office/drawing/2014/main" id="{9A973F2B-115B-4F71-A0F8-33A2BDB47B9A}"/>
              </a:ext>
            </a:extLst>
          </p:cNvPr>
          <p:cNvSpPr/>
          <p:nvPr/>
        </p:nvSpPr>
        <p:spPr>
          <a:xfrm>
            <a:off x="4789042" y="3937329"/>
            <a:ext cx="522933" cy="46654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1"/>
                </a:solidFill>
              </a:rPr>
              <a:t>Enf</a:t>
            </a:r>
            <a:endParaRPr lang="pt-BR" sz="1000" dirty="0">
              <a:solidFill>
                <a:schemeClr val="accent1"/>
              </a:solidFill>
            </a:endParaRPr>
          </a:p>
        </p:txBody>
      </p:sp>
      <p:cxnSp>
        <p:nvCxnSpPr>
          <p:cNvPr id="238" name="Conector: Curvo 237">
            <a:extLst>
              <a:ext uri="{FF2B5EF4-FFF2-40B4-BE49-F238E27FC236}">
                <a16:creationId xmlns:a16="http://schemas.microsoft.com/office/drawing/2014/main" id="{87605BB4-BF5F-45E3-AC51-62324E69AF06}"/>
              </a:ext>
            </a:extLst>
          </p:cNvPr>
          <p:cNvCxnSpPr>
            <a:stCxn id="236" idx="2"/>
            <a:endCxn id="17" idx="1"/>
          </p:cNvCxnSpPr>
          <p:nvPr/>
        </p:nvCxnSpPr>
        <p:spPr>
          <a:xfrm rot="10800000" flipH="1" flipV="1">
            <a:off x="4789042" y="4170601"/>
            <a:ext cx="199236" cy="594671"/>
          </a:xfrm>
          <a:prstGeom prst="curvedConnector3">
            <a:avLst>
              <a:gd name="adj1" fmla="val -117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: Curvo 240">
            <a:extLst>
              <a:ext uri="{FF2B5EF4-FFF2-40B4-BE49-F238E27FC236}">
                <a16:creationId xmlns:a16="http://schemas.microsoft.com/office/drawing/2014/main" id="{4A99A3D6-EE2D-4D1B-BAD4-E1BBF1D5A846}"/>
              </a:ext>
            </a:extLst>
          </p:cNvPr>
          <p:cNvCxnSpPr>
            <a:stCxn id="236" idx="6"/>
            <a:endCxn id="17" idx="3"/>
          </p:cNvCxnSpPr>
          <p:nvPr/>
        </p:nvCxnSpPr>
        <p:spPr>
          <a:xfrm>
            <a:off x="5311975" y="4170602"/>
            <a:ext cx="367148" cy="594671"/>
          </a:xfrm>
          <a:prstGeom prst="curvedConnector3">
            <a:avLst>
              <a:gd name="adj1" fmla="val 1216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Elipse 242">
            <a:extLst>
              <a:ext uri="{FF2B5EF4-FFF2-40B4-BE49-F238E27FC236}">
                <a16:creationId xmlns:a16="http://schemas.microsoft.com/office/drawing/2014/main" id="{AB296851-7AA5-43C0-BF5F-41FB6611A9F7}"/>
              </a:ext>
            </a:extLst>
          </p:cNvPr>
          <p:cNvSpPr/>
          <p:nvPr/>
        </p:nvSpPr>
        <p:spPr>
          <a:xfrm>
            <a:off x="5017429" y="5049943"/>
            <a:ext cx="599457" cy="38351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accent4"/>
                </a:solidFill>
              </a:rPr>
              <a:t>Med</a:t>
            </a:r>
            <a:endParaRPr lang="pt-BR" sz="1000" dirty="0">
              <a:solidFill>
                <a:schemeClr val="accent4"/>
              </a:solidFill>
            </a:endParaRPr>
          </a:p>
        </p:txBody>
      </p:sp>
      <p:cxnSp>
        <p:nvCxnSpPr>
          <p:cNvPr id="245" name="Conector: Curvo 244">
            <a:extLst>
              <a:ext uri="{FF2B5EF4-FFF2-40B4-BE49-F238E27FC236}">
                <a16:creationId xmlns:a16="http://schemas.microsoft.com/office/drawing/2014/main" id="{1134D0AC-E6C4-4AE3-BA85-3808FE9C7CCE}"/>
              </a:ext>
            </a:extLst>
          </p:cNvPr>
          <p:cNvCxnSpPr>
            <a:stCxn id="243" idx="2"/>
            <a:endCxn id="17" idx="1"/>
          </p:cNvCxnSpPr>
          <p:nvPr/>
        </p:nvCxnSpPr>
        <p:spPr>
          <a:xfrm rot="10800000">
            <a:off x="4988279" y="4765274"/>
            <a:ext cx="29151" cy="476425"/>
          </a:xfrm>
          <a:prstGeom prst="curvedConnector3">
            <a:avLst>
              <a:gd name="adj1" fmla="val 884193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: Curvo 246">
            <a:extLst>
              <a:ext uri="{FF2B5EF4-FFF2-40B4-BE49-F238E27FC236}">
                <a16:creationId xmlns:a16="http://schemas.microsoft.com/office/drawing/2014/main" id="{F672B442-DA88-489D-8EED-DD89E9BF8752}"/>
              </a:ext>
            </a:extLst>
          </p:cNvPr>
          <p:cNvCxnSpPr>
            <a:stCxn id="243" idx="6"/>
            <a:endCxn id="17" idx="3"/>
          </p:cNvCxnSpPr>
          <p:nvPr/>
        </p:nvCxnSpPr>
        <p:spPr>
          <a:xfrm flipV="1">
            <a:off x="5616886" y="4765273"/>
            <a:ext cx="62237" cy="476425"/>
          </a:xfrm>
          <a:prstGeom prst="curvedConnector3">
            <a:avLst>
              <a:gd name="adj1" fmla="val 467306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ctor: Curvo 264">
            <a:extLst>
              <a:ext uri="{FF2B5EF4-FFF2-40B4-BE49-F238E27FC236}">
                <a16:creationId xmlns:a16="http://schemas.microsoft.com/office/drawing/2014/main" id="{AB9DB8BC-E39A-4C9C-A7C3-78934BA0BBF2}"/>
              </a:ext>
            </a:extLst>
          </p:cNvPr>
          <p:cNvCxnSpPr>
            <a:stCxn id="116" idx="2"/>
            <a:endCxn id="3" idx="4"/>
          </p:cNvCxnSpPr>
          <p:nvPr/>
        </p:nvCxnSpPr>
        <p:spPr>
          <a:xfrm rot="5400000" flipH="1">
            <a:off x="3624521" y="950557"/>
            <a:ext cx="1283046" cy="7404191"/>
          </a:xfrm>
          <a:prstGeom prst="curvedConnector3">
            <a:avLst>
              <a:gd name="adj1" fmla="val -178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CaixaDeTexto 265">
            <a:extLst>
              <a:ext uri="{FF2B5EF4-FFF2-40B4-BE49-F238E27FC236}">
                <a16:creationId xmlns:a16="http://schemas.microsoft.com/office/drawing/2014/main" id="{B29D2303-BBFB-46CB-98AF-D9117E8A61B2}"/>
              </a:ext>
            </a:extLst>
          </p:cNvPr>
          <p:cNvSpPr txBox="1"/>
          <p:nvPr/>
        </p:nvSpPr>
        <p:spPr>
          <a:xfrm>
            <a:off x="7167743" y="2318095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67" name="CaixaDeTexto 266">
            <a:extLst>
              <a:ext uri="{FF2B5EF4-FFF2-40B4-BE49-F238E27FC236}">
                <a16:creationId xmlns:a16="http://schemas.microsoft.com/office/drawing/2014/main" id="{CF23F451-5A8C-4209-AE3E-FB9887A8BE3E}"/>
              </a:ext>
            </a:extLst>
          </p:cNvPr>
          <p:cNvSpPr txBox="1"/>
          <p:nvPr/>
        </p:nvSpPr>
        <p:spPr>
          <a:xfrm>
            <a:off x="10507340" y="2823218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83" name="CaixaDeTexto 282">
            <a:extLst>
              <a:ext uri="{FF2B5EF4-FFF2-40B4-BE49-F238E27FC236}">
                <a16:creationId xmlns:a16="http://schemas.microsoft.com/office/drawing/2014/main" id="{585EFC85-E33A-4733-A2FC-523DE08C969A}"/>
              </a:ext>
            </a:extLst>
          </p:cNvPr>
          <p:cNvSpPr txBox="1"/>
          <p:nvPr/>
        </p:nvSpPr>
        <p:spPr>
          <a:xfrm>
            <a:off x="9129598" y="1685244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4</a:t>
            </a:r>
          </a:p>
        </p:txBody>
      </p:sp>
      <p:sp>
        <p:nvSpPr>
          <p:cNvPr id="284" name="CaixaDeTexto 283">
            <a:extLst>
              <a:ext uri="{FF2B5EF4-FFF2-40B4-BE49-F238E27FC236}">
                <a16:creationId xmlns:a16="http://schemas.microsoft.com/office/drawing/2014/main" id="{F95E0D6E-45C5-45D8-92CC-5FB71BE119C4}"/>
              </a:ext>
            </a:extLst>
          </p:cNvPr>
          <p:cNvSpPr txBox="1"/>
          <p:nvPr/>
        </p:nvSpPr>
        <p:spPr>
          <a:xfrm>
            <a:off x="11633109" y="1707016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3</a:t>
            </a:r>
          </a:p>
        </p:txBody>
      </p:sp>
      <p:sp>
        <p:nvSpPr>
          <p:cNvPr id="285" name="CaixaDeTexto 284">
            <a:extLst>
              <a:ext uri="{FF2B5EF4-FFF2-40B4-BE49-F238E27FC236}">
                <a16:creationId xmlns:a16="http://schemas.microsoft.com/office/drawing/2014/main" id="{EDE0F925-0F05-48F3-A9EA-D7CF54DDEAB8}"/>
              </a:ext>
            </a:extLst>
          </p:cNvPr>
          <p:cNvSpPr txBox="1"/>
          <p:nvPr/>
        </p:nvSpPr>
        <p:spPr>
          <a:xfrm>
            <a:off x="8241801" y="5623813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86" name="CaixaDeTexto 285">
            <a:extLst>
              <a:ext uri="{FF2B5EF4-FFF2-40B4-BE49-F238E27FC236}">
                <a16:creationId xmlns:a16="http://schemas.microsoft.com/office/drawing/2014/main" id="{9DA5B683-599A-4AFA-A2A4-1636BB20C16E}"/>
              </a:ext>
            </a:extLst>
          </p:cNvPr>
          <p:cNvSpPr txBox="1"/>
          <p:nvPr/>
        </p:nvSpPr>
        <p:spPr>
          <a:xfrm>
            <a:off x="8338337" y="3063862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1</a:t>
            </a:r>
          </a:p>
        </p:txBody>
      </p:sp>
      <p:sp>
        <p:nvSpPr>
          <p:cNvPr id="287" name="CaixaDeTexto 286">
            <a:extLst>
              <a:ext uri="{FF2B5EF4-FFF2-40B4-BE49-F238E27FC236}">
                <a16:creationId xmlns:a16="http://schemas.microsoft.com/office/drawing/2014/main" id="{BDBF7D69-5B9B-44BD-88F5-B760348AE952}"/>
              </a:ext>
            </a:extLst>
          </p:cNvPr>
          <p:cNvSpPr txBox="1"/>
          <p:nvPr/>
        </p:nvSpPr>
        <p:spPr>
          <a:xfrm>
            <a:off x="9781650" y="3463897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1</a:t>
            </a:r>
          </a:p>
        </p:txBody>
      </p:sp>
      <p:sp>
        <p:nvSpPr>
          <p:cNvPr id="288" name="CaixaDeTexto 287">
            <a:extLst>
              <a:ext uri="{FF2B5EF4-FFF2-40B4-BE49-F238E27FC236}">
                <a16:creationId xmlns:a16="http://schemas.microsoft.com/office/drawing/2014/main" id="{81EC148A-3B67-4863-B71E-5F121E07146B}"/>
              </a:ext>
            </a:extLst>
          </p:cNvPr>
          <p:cNvSpPr txBox="1"/>
          <p:nvPr/>
        </p:nvSpPr>
        <p:spPr>
          <a:xfrm>
            <a:off x="8244267" y="5325454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10</a:t>
            </a:r>
          </a:p>
        </p:txBody>
      </p:sp>
      <p:sp>
        <p:nvSpPr>
          <p:cNvPr id="289" name="CaixaDeTexto 288">
            <a:extLst>
              <a:ext uri="{FF2B5EF4-FFF2-40B4-BE49-F238E27FC236}">
                <a16:creationId xmlns:a16="http://schemas.microsoft.com/office/drawing/2014/main" id="{E4141DE9-0DA8-4C5A-8C57-515E3BE6DA15}"/>
              </a:ext>
            </a:extLst>
          </p:cNvPr>
          <p:cNvSpPr txBox="1"/>
          <p:nvPr/>
        </p:nvSpPr>
        <p:spPr>
          <a:xfrm>
            <a:off x="10926376" y="6063060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10</a:t>
            </a:r>
          </a:p>
        </p:txBody>
      </p:sp>
      <p:sp>
        <p:nvSpPr>
          <p:cNvPr id="290" name="CaixaDeTexto 289">
            <a:extLst>
              <a:ext uri="{FF2B5EF4-FFF2-40B4-BE49-F238E27FC236}">
                <a16:creationId xmlns:a16="http://schemas.microsoft.com/office/drawing/2014/main" id="{77241C0F-9C22-4BB9-A131-FF7D331F676C}"/>
              </a:ext>
            </a:extLst>
          </p:cNvPr>
          <p:cNvSpPr txBox="1"/>
          <p:nvPr/>
        </p:nvSpPr>
        <p:spPr>
          <a:xfrm>
            <a:off x="11048338" y="6581001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91" name="CaixaDeTexto 290">
            <a:extLst>
              <a:ext uri="{FF2B5EF4-FFF2-40B4-BE49-F238E27FC236}">
                <a16:creationId xmlns:a16="http://schemas.microsoft.com/office/drawing/2014/main" id="{59A4446C-1E99-4368-88FC-BD981A194970}"/>
              </a:ext>
            </a:extLst>
          </p:cNvPr>
          <p:cNvSpPr txBox="1"/>
          <p:nvPr/>
        </p:nvSpPr>
        <p:spPr>
          <a:xfrm>
            <a:off x="8400120" y="4201410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292" name="CaixaDeTexto 291">
            <a:extLst>
              <a:ext uri="{FF2B5EF4-FFF2-40B4-BE49-F238E27FC236}">
                <a16:creationId xmlns:a16="http://schemas.microsoft.com/office/drawing/2014/main" id="{1298FE40-1631-458B-983A-520F722EE87F}"/>
              </a:ext>
            </a:extLst>
          </p:cNvPr>
          <p:cNvSpPr txBox="1"/>
          <p:nvPr/>
        </p:nvSpPr>
        <p:spPr>
          <a:xfrm>
            <a:off x="10725812" y="4937242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293" name="CaixaDeTexto 292">
            <a:extLst>
              <a:ext uri="{FF2B5EF4-FFF2-40B4-BE49-F238E27FC236}">
                <a16:creationId xmlns:a16="http://schemas.microsoft.com/office/drawing/2014/main" id="{DA23A469-35C6-4892-AA5E-6C6939E5F3F8}"/>
              </a:ext>
            </a:extLst>
          </p:cNvPr>
          <p:cNvSpPr txBox="1"/>
          <p:nvPr/>
        </p:nvSpPr>
        <p:spPr>
          <a:xfrm>
            <a:off x="6207092" y="1686237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1</a:t>
            </a:r>
          </a:p>
        </p:txBody>
      </p:sp>
      <p:sp>
        <p:nvSpPr>
          <p:cNvPr id="294" name="CaixaDeTexto 293">
            <a:extLst>
              <a:ext uri="{FF2B5EF4-FFF2-40B4-BE49-F238E27FC236}">
                <a16:creationId xmlns:a16="http://schemas.microsoft.com/office/drawing/2014/main" id="{02017794-7637-493A-818A-95F11F325AF6}"/>
              </a:ext>
            </a:extLst>
          </p:cNvPr>
          <p:cNvSpPr txBox="1"/>
          <p:nvPr/>
        </p:nvSpPr>
        <p:spPr>
          <a:xfrm>
            <a:off x="5554918" y="4925135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1</a:t>
            </a:r>
          </a:p>
        </p:txBody>
      </p:sp>
      <p:sp>
        <p:nvSpPr>
          <p:cNvPr id="295" name="CaixaDeTexto 294">
            <a:extLst>
              <a:ext uri="{FF2B5EF4-FFF2-40B4-BE49-F238E27FC236}">
                <a16:creationId xmlns:a16="http://schemas.microsoft.com/office/drawing/2014/main" id="{E3FA0095-57FF-4DF9-BF60-5A57EE9236DC}"/>
              </a:ext>
            </a:extLst>
          </p:cNvPr>
          <p:cNvSpPr txBox="1"/>
          <p:nvPr/>
        </p:nvSpPr>
        <p:spPr>
          <a:xfrm>
            <a:off x="4512723" y="3980404"/>
            <a:ext cx="48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9077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31" grpId="0"/>
      <p:bldP spid="132" grpId="0" animBg="1"/>
      <p:bldP spid="139" grpId="0"/>
      <p:bldP spid="140" grpId="0" animBg="1"/>
      <p:bldP spid="148" grpId="0"/>
      <p:bldP spid="149" grpId="0" animBg="1"/>
      <p:bldP spid="156" grpId="0"/>
      <p:bldP spid="159" grpId="0" animBg="1"/>
      <p:bldP spid="170" grpId="0" animBg="1"/>
      <p:bldP spid="188" grpId="0" animBg="1"/>
      <p:bldP spid="197" grpId="0" animBg="1"/>
      <p:bldP spid="209" grpId="0" animBg="1"/>
      <p:bldP spid="214" grpId="0" animBg="1"/>
      <p:bldP spid="222" grpId="0" animBg="1"/>
      <p:bldP spid="228" grpId="0" animBg="1"/>
      <p:bldP spid="236" grpId="0" animBg="1"/>
      <p:bldP spid="243" grpId="0" animBg="1"/>
      <p:bldP spid="266" grpId="0"/>
      <p:bldP spid="267" grpId="0"/>
      <p:bldP spid="285" grpId="0"/>
      <p:bldP spid="290" grpId="0"/>
      <p:bldP spid="291" grpId="0"/>
      <p:bldP spid="292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331</Words>
  <Application>Microsoft Office PowerPoint</Application>
  <PresentationFormat>Widescreen</PresentationFormat>
  <Paragraphs>147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Sabrina Andrade</dc:creator>
  <cp:lastModifiedBy>Sabrina Andrade</cp:lastModifiedBy>
  <cp:revision>31</cp:revision>
  <dcterms:created xsi:type="dcterms:W3CDTF">2025-09-02T22:37:49Z</dcterms:created>
  <dcterms:modified xsi:type="dcterms:W3CDTF">2025-09-03T14:20:10Z</dcterms:modified>
</cp:coreProperties>
</file>