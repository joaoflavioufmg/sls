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521" autoAdjust="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9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7E839-E5E0-4A74-BD89-6AE25E1C0C17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21EB7-A81F-49AC-8D04-DBD731994B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69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B21EB7-A81F-49AC-8D04-DBD731994B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052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21EB7-A81F-49AC-8D04-DBD731994BF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968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70EA8D-C50F-718D-16B0-11D73FA77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1C5399-B884-9E53-645F-DABA5EEFF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BEE33F-844E-0B92-9BBA-C45C289F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FC1E26-2B92-894D-7B65-4875BA4C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9F1011-78A1-6BC0-F83E-C9F36E82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04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CF35E-BF5B-DA92-75C9-DE196E11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2AB6D4-AA22-AE5F-CFA5-F3E1ADDD5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961C4D-3AA7-2599-B0D2-BD5592BF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829DEF-C1E7-EA62-B210-264ED5F6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322FF4-5D0C-3CBF-217D-AB89C49E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860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23D74-BAD0-0180-3321-2751F7AD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B2B9D5-FD89-DC05-3FB2-448F1837E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B56B17-3D6E-9339-CD2F-F341BB45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C66C79-D804-BD8F-DA36-CB9DFBAC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E412B5-46A0-E208-DFB8-2D356F64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75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1E273-D4C6-3402-1145-3F953817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BF3579-6499-C465-5C1E-23FF10B0B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D01302-79A7-7A17-8E15-7470B5E92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46F86C-CC57-71AD-A9D7-E7814923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411B6A-008C-BC12-B24D-4EF11AC47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29124C-D3ED-80CB-2472-2CD8E0046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939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25180-98F1-35FD-3E64-CFAC626F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EF0E28-5B20-E1C5-5542-114AD6F61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B18003-B0F6-18C7-A838-C96CC53D3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539678-BD97-951B-DE1F-3D03D1FCE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E490205-A65B-E167-0CBB-93C3FC2F2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1E9A0A9-10C0-8209-67A1-9A9BEE4F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6B9CBCF-457C-8D42-49B3-277DB088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5D53C5F-3E35-0FB0-0766-9F627B57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87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368CA-BDDF-C148-8B1F-FFACE544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697405-990A-0DE5-2CDF-74D35880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B583E9-5E0E-16B8-48EF-91C776EF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95CA43-B004-08B5-9DC1-6F51ECEC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44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3604119-D885-533D-1E83-65BFEF30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9E2874-7D1D-F1B7-46A5-406372AF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9D6785-9F13-B2EA-1DB4-DBD85618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19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E1D62-F3D1-E4C0-CF57-C78352B8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1FA4A7-4C98-757B-F8AC-0F5CA82EA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630394-3CD9-C198-E5EC-8E6616E8E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89EAFB-9E4C-E719-E7F5-536140BA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7114A5-8218-EC6E-F54A-EF49DF68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87CB6C-B138-BCEC-C929-4B3F96A2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96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F95B6-A51B-BCB0-0400-453DF90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DB3042-E08D-35C2-C215-24F769371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A9016F-F074-CBAC-A21F-5958E0717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8C4532-71DF-37E4-4FCE-71846849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3A2328-9EAF-40DA-BAE2-5B453EAC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17B5FD-31F3-36B4-1FCA-2B2D8E36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445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416D4-E652-D7BA-1429-D099819F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77932A-4FCE-CC4B-4C2A-292A5F558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DDB11-376D-ABA6-9FF1-2FFC15BD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3E2D18-E927-3687-7E13-ADAA07341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3A261-A7E9-759D-C6A0-31146063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8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FF2E0F-95E1-BEC5-1F56-46299BA12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7DB146-9D79-B84B-EC68-577E33D08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B75EEC-1252-E9AC-3DB3-346E63BC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13E2A1-895A-EAF7-CC2C-4C5A2332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336396-C4C5-E4A9-973E-BF0200E8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46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628308D-A9AB-5F2D-32D7-E4EF5378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3910E2-2C0D-3D9F-DEC4-BF3407138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0ECF46-0FB7-E767-FD53-881096801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129D7-B67E-4674-9C85-C9361D961FE2}" type="datetimeFigureOut">
              <a:rPr lang="pt-BR" smtClean="0"/>
              <a:t>09/11/2025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6FAD4C-4D65-1D68-333C-BEEBB13AA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75E1F2-C2D3-922E-7705-0A7E50BE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D38AD-56F4-40FE-BABD-796C74FDDE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40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444F0-1875-5B3D-4E37-AC39876F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14" y="263525"/>
            <a:ext cx="12075886" cy="1325563"/>
          </a:xfrm>
        </p:spPr>
        <p:txBody>
          <a:bodyPr>
            <a:normAutofit/>
          </a:bodyPr>
          <a:lstStyle/>
          <a:p>
            <a:r>
              <a:rPr lang="pt-BR" sz="3200" dirty="0">
                <a:latin typeface="Calibri" panose="020F0502020204030204" pitchFamily="34" charset="0"/>
                <a:cs typeface="Calibri" panose="020F0502020204030204" pitchFamily="34" charset="0"/>
              </a:rPr>
              <a:t>RECEBIMENTO  E DISPENSAÇÃO DE MATERAIS MÉDICO HOSPITALARES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251C4AE-E626-D833-F2F2-491147960825}"/>
              </a:ext>
            </a:extLst>
          </p:cNvPr>
          <p:cNvCxnSpPr/>
          <p:nvPr/>
        </p:nvCxnSpPr>
        <p:spPr>
          <a:xfrm>
            <a:off x="435429" y="1959432"/>
            <a:ext cx="899885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56055CD2-7C1F-83F3-B979-3F7CB02D7C80}"/>
              </a:ext>
            </a:extLst>
          </p:cNvPr>
          <p:cNvSpPr txBox="1"/>
          <p:nvPr/>
        </p:nvSpPr>
        <p:spPr>
          <a:xfrm>
            <a:off x="1480457" y="1770747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Material médico- hospitalar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E9D6386-C481-64A0-400F-A356BB161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65030"/>
              </p:ext>
            </p:extLst>
          </p:nvPr>
        </p:nvGraphicFramePr>
        <p:xfrm>
          <a:off x="435429" y="3051238"/>
          <a:ext cx="5428342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8342">
                  <a:extLst>
                    <a:ext uri="{9D8B030D-6E8A-4147-A177-3AD203B41FA5}">
                      <a16:colId xmlns:a16="http://schemas.microsoft.com/office/drawing/2014/main" val="3265436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1 = 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itens conferidos com ordem de fornecimento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2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2 = 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itens cadastrados no Sistema MV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23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3 = 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itens cadastrados </a:t>
                      </a:r>
                      <a:r>
                        <a:rPr lang="pt-BR" b="0" dirty="0" err="1">
                          <a:solidFill>
                            <a:schemeClr val="tx1"/>
                          </a:solidFill>
                        </a:rPr>
                        <a:t>unitarizados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23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A = 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itens com </a:t>
                      </a:r>
                      <a:r>
                        <a:rPr lang="pt-BR" b="0" dirty="0" err="1" smtClean="0">
                          <a:solidFill>
                            <a:schemeClr val="tx1"/>
                          </a:solidFill>
                        </a:rPr>
                        <a:t>Qrcode</a:t>
                      </a:r>
                      <a:r>
                        <a:rPr lang="pt-BR" b="0" baseline="0" dirty="0" smtClean="0">
                          <a:solidFill>
                            <a:schemeClr val="tx1"/>
                          </a:solidFill>
                        </a:rPr>
                        <a:t> (galões de 2%)</a:t>
                      </a:r>
                    </a:p>
                    <a:p>
                      <a:r>
                        <a:rPr lang="pt-BR" b="1" baseline="0" dirty="0" smtClean="0">
                          <a:solidFill>
                            <a:schemeClr val="tx1"/>
                          </a:solidFill>
                        </a:rPr>
                        <a:t>A2 = </a:t>
                      </a:r>
                      <a:r>
                        <a:rPr lang="pt-BR" b="0" baseline="0" dirty="0" smtClean="0">
                          <a:solidFill>
                            <a:schemeClr val="tx1"/>
                          </a:solidFill>
                        </a:rPr>
                        <a:t>itens sem </a:t>
                      </a:r>
                      <a:r>
                        <a:rPr lang="pt-BR" b="0" baseline="0" dirty="0" err="1" smtClean="0">
                          <a:solidFill>
                            <a:schemeClr val="tx1"/>
                          </a:solidFill>
                        </a:rPr>
                        <a:t>Qrcode</a:t>
                      </a:r>
                      <a:r>
                        <a:rPr lang="pt-BR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pt-B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56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chemeClr val="tx1"/>
                          </a:solidFill>
                        </a:rPr>
                        <a:t>B = 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itens sem </a:t>
                      </a:r>
                      <a:r>
                        <a:rPr lang="pt-BR" b="0" dirty="0" err="1" smtClean="0">
                          <a:solidFill>
                            <a:schemeClr val="tx1"/>
                          </a:solidFill>
                        </a:rPr>
                        <a:t>Qrcode</a:t>
                      </a:r>
                      <a:r>
                        <a:rPr lang="pt-BR" b="0" dirty="0" smtClean="0">
                          <a:solidFill>
                            <a:schemeClr val="tx1"/>
                          </a:solidFill>
                        </a:rPr>
                        <a:t> processáveis</a:t>
                      </a:r>
                      <a:r>
                        <a:rPr lang="pt-BR" b="0" baseline="0" dirty="0" smtClean="0">
                          <a:solidFill>
                            <a:schemeClr val="tx1"/>
                          </a:solidFill>
                        </a:rPr>
                        <a:t> pela </a:t>
                      </a:r>
                      <a:r>
                        <a:rPr lang="pt-BR" b="0" baseline="0" dirty="0" err="1" smtClean="0">
                          <a:solidFill>
                            <a:schemeClr val="tx1"/>
                          </a:solidFill>
                        </a:rPr>
                        <a:t>unitalizadora</a:t>
                      </a:r>
                      <a:r>
                        <a:rPr lang="pt-BR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pt-BR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 smtClean="0">
                          <a:solidFill>
                            <a:schemeClr val="tx1"/>
                          </a:solidFill>
                        </a:rPr>
                        <a:t>C = </a:t>
                      </a:r>
                      <a:r>
                        <a:rPr lang="pt-BR" b="0" dirty="0" smtClean="0">
                          <a:solidFill>
                            <a:schemeClr val="tx1"/>
                          </a:solidFill>
                        </a:rPr>
                        <a:t>itens sem </a:t>
                      </a:r>
                      <a:r>
                        <a:rPr lang="pt-BR" b="0" dirty="0" err="1" smtClean="0">
                          <a:solidFill>
                            <a:schemeClr val="tx1"/>
                          </a:solidFill>
                        </a:rPr>
                        <a:t>Qrcode</a:t>
                      </a:r>
                      <a:r>
                        <a:rPr lang="pt-BR" b="0" dirty="0" smtClean="0">
                          <a:solidFill>
                            <a:schemeClr val="tx1"/>
                          </a:solidFill>
                        </a:rPr>
                        <a:t> pequenos (15%)</a:t>
                      </a:r>
                      <a:endParaRPr lang="pt-BR" b="1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pt-BR" b="1" dirty="0" smtClean="0">
                          <a:solidFill>
                            <a:schemeClr val="tx1"/>
                          </a:solidFill>
                        </a:rPr>
                        <a:t>E = </a:t>
                      </a:r>
                      <a:r>
                        <a:rPr lang="pt-BR" b="0" dirty="0" smtClean="0">
                          <a:solidFill>
                            <a:schemeClr val="tx1"/>
                          </a:solidFill>
                        </a:rPr>
                        <a:t>Itens dispensados fora da fita</a:t>
                      </a:r>
                    </a:p>
                    <a:p>
                      <a:r>
                        <a:rPr lang="pt-BR" b="1" dirty="0" smtClean="0">
                          <a:solidFill>
                            <a:schemeClr val="tx1"/>
                          </a:solidFill>
                        </a:rPr>
                        <a:t>F = </a:t>
                      </a:r>
                      <a:r>
                        <a:rPr lang="pt-BR" b="0" dirty="0" smtClean="0">
                          <a:solidFill>
                            <a:schemeClr val="tx1"/>
                          </a:solidFill>
                        </a:rPr>
                        <a:t>Itens para produção de fita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077781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50CDDB45-4D9D-6CAA-FC59-2DC9658AE946}"/>
              </a:ext>
            </a:extLst>
          </p:cNvPr>
          <p:cNvSpPr txBox="1"/>
          <p:nvPr/>
        </p:nvSpPr>
        <p:spPr>
          <a:xfrm>
            <a:off x="351973" y="2396328"/>
            <a:ext cx="433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Atributos material médico-hospitalar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16DC047-2647-9451-EB33-1517AE45E964}"/>
              </a:ext>
            </a:extLst>
          </p:cNvPr>
          <p:cNvCxnSpPr/>
          <p:nvPr/>
        </p:nvCxnSpPr>
        <p:spPr>
          <a:xfrm>
            <a:off x="6669313" y="2093872"/>
            <a:ext cx="89988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DD45672C-3869-B2E3-E642-8DFD3EAC62D3}"/>
              </a:ext>
            </a:extLst>
          </p:cNvPr>
          <p:cNvSpPr txBox="1"/>
          <p:nvPr/>
        </p:nvSpPr>
        <p:spPr>
          <a:xfrm>
            <a:off x="7643350" y="1754093"/>
            <a:ext cx="5434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Auxiliar Administrativo 2 (horizontais)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BB2FB31E-B483-68C6-BF9E-ACF80FF800B3}"/>
              </a:ext>
            </a:extLst>
          </p:cNvPr>
          <p:cNvCxnSpPr/>
          <p:nvPr/>
        </p:nvCxnSpPr>
        <p:spPr>
          <a:xfrm>
            <a:off x="6676573" y="2463989"/>
            <a:ext cx="899885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31410B4-14B1-5D6D-C6EC-03B6BF6927FF}"/>
              </a:ext>
            </a:extLst>
          </p:cNvPr>
          <p:cNvSpPr txBox="1"/>
          <p:nvPr/>
        </p:nvSpPr>
        <p:spPr>
          <a:xfrm>
            <a:off x="7721600" y="2275304"/>
            <a:ext cx="41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Auxiliar de Almoxarife 1 (horizontal)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D50DFA68-5886-D799-7C53-79498678ED07}"/>
              </a:ext>
            </a:extLst>
          </p:cNvPr>
          <p:cNvCxnSpPr/>
          <p:nvPr/>
        </p:nvCxnSpPr>
        <p:spPr>
          <a:xfrm>
            <a:off x="6669316" y="3055257"/>
            <a:ext cx="899885" cy="0"/>
          </a:xfrm>
          <a:prstGeom prst="line">
            <a:avLst/>
          </a:prstGeom>
          <a:ln w="25400">
            <a:solidFill>
              <a:srgbClr val="FF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58014F2-42DA-8E4D-6890-FC07EBBDF4A4}"/>
              </a:ext>
            </a:extLst>
          </p:cNvPr>
          <p:cNvSpPr txBox="1"/>
          <p:nvPr/>
        </p:nvSpPr>
        <p:spPr>
          <a:xfrm>
            <a:off x="7643350" y="2848030"/>
            <a:ext cx="4477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66"/>
                </a:solidFill>
              </a:rPr>
              <a:t>Auxiliar de Farmácia 4 – 12x36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3CFCAA4-FA10-66A1-86FF-3A0DCEB7F949}"/>
              </a:ext>
            </a:extLst>
          </p:cNvPr>
          <p:cNvCxnSpPr/>
          <p:nvPr/>
        </p:nvCxnSpPr>
        <p:spPr>
          <a:xfrm>
            <a:off x="6676576" y="3454400"/>
            <a:ext cx="899885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B9DBA43-2E50-9153-BC9D-9C3DE543819C}"/>
              </a:ext>
            </a:extLst>
          </p:cNvPr>
          <p:cNvSpPr txBox="1"/>
          <p:nvPr/>
        </p:nvSpPr>
        <p:spPr>
          <a:xfrm>
            <a:off x="7721604" y="3265715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Enfermeiros 45 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7382573-F20D-D8C4-7BA1-912220CC0914}"/>
              </a:ext>
            </a:extLst>
          </p:cNvPr>
          <p:cNvCxnSpPr/>
          <p:nvPr/>
        </p:nvCxnSpPr>
        <p:spPr>
          <a:xfrm>
            <a:off x="6698345" y="3868054"/>
            <a:ext cx="899885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913B37A-4568-861A-3A43-BCC788AF3111}"/>
              </a:ext>
            </a:extLst>
          </p:cNvPr>
          <p:cNvSpPr txBox="1"/>
          <p:nvPr/>
        </p:nvSpPr>
        <p:spPr>
          <a:xfrm>
            <a:off x="7743373" y="3679369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Médicos 130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CDD495EC-14C9-8FD7-1F27-E514385A50EE}"/>
              </a:ext>
            </a:extLst>
          </p:cNvPr>
          <p:cNvCxnSpPr/>
          <p:nvPr/>
        </p:nvCxnSpPr>
        <p:spPr>
          <a:xfrm>
            <a:off x="6705604" y="4252683"/>
            <a:ext cx="899885" cy="0"/>
          </a:xfrm>
          <a:prstGeom prst="line">
            <a:avLst/>
          </a:prstGeom>
          <a:ln w="254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8E37247-EAAA-456F-3103-47D48FC43561}"/>
              </a:ext>
            </a:extLst>
          </p:cNvPr>
          <p:cNvSpPr txBox="1"/>
          <p:nvPr/>
        </p:nvSpPr>
        <p:spPr>
          <a:xfrm>
            <a:off x="7750632" y="4063998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Técnico de Enfermagem 150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E9BCC57-3616-B1EE-158F-9637BE7BBD1A}"/>
              </a:ext>
            </a:extLst>
          </p:cNvPr>
          <p:cNvSpPr txBox="1"/>
          <p:nvPr/>
        </p:nvSpPr>
        <p:spPr>
          <a:xfrm>
            <a:off x="6600411" y="1497335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Recursos Humanos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AE0C874-B19A-B2EC-D989-3BC5BCE7CD51}"/>
              </a:ext>
            </a:extLst>
          </p:cNvPr>
          <p:cNvSpPr txBox="1"/>
          <p:nvPr/>
        </p:nvSpPr>
        <p:spPr>
          <a:xfrm>
            <a:off x="6712861" y="4695374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Maquinário - TI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A98C88A6-3F3D-D8A8-BCCD-736AF5309117}"/>
              </a:ext>
            </a:extLst>
          </p:cNvPr>
          <p:cNvCxnSpPr/>
          <p:nvPr/>
        </p:nvCxnSpPr>
        <p:spPr>
          <a:xfrm>
            <a:off x="6712864" y="5783949"/>
            <a:ext cx="899885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DEF0E30-DDF6-4673-23F8-4C2BE5D0BD43}"/>
              </a:ext>
            </a:extLst>
          </p:cNvPr>
          <p:cNvSpPr txBox="1"/>
          <p:nvPr/>
        </p:nvSpPr>
        <p:spPr>
          <a:xfrm>
            <a:off x="7757892" y="5595264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accent1"/>
                </a:solidFill>
              </a:rPr>
              <a:t>Unitarizadora</a:t>
            </a:r>
            <a:r>
              <a:rPr lang="pt-BR" dirty="0">
                <a:solidFill>
                  <a:schemeClr val="accent1"/>
                </a:solidFill>
              </a:rPr>
              <a:t> 2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522063A8-D3D8-127B-A317-C9CFD02D709A}"/>
              </a:ext>
            </a:extLst>
          </p:cNvPr>
          <p:cNvCxnSpPr/>
          <p:nvPr/>
        </p:nvCxnSpPr>
        <p:spPr>
          <a:xfrm>
            <a:off x="6720121" y="6139549"/>
            <a:ext cx="899885" cy="0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15A55F6-328D-322D-500A-0E11BF2DF06B}"/>
              </a:ext>
            </a:extLst>
          </p:cNvPr>
          <p:cNvSpPr txBox="1"/>
          <p:nvPr/>
        </p:nvSpPr>
        <p:spPr>
          <a:xfrm>
            <a:off x="7765149" y="5950864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1"/>
                </a:solidFill>
              </a:rPr>
              <a:t>Seladora 4</a:t>
            </a:r>
            <a:endParaRPr lang="pt-BR" dirty="0"/>
          </a:p>
        </p:txBody>
      </p:sp>
      <p:pic>
        <p:nvPicPr>
          <p:cNvPr id="34" name="Gráfico 33" descr="Infinito com preenchimento sólido">
            <a:extLst>
              <a:ext uri="{FF2B5EF4-FFF2-40B4-BE49-F238E27FC236}">
                <a16:creationId xmlns:a16="http://schemas.microsoft.com/office/drawing/2014/main" id="{BB2D4038-CB1A-9018-DDD1-64F3BBE09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390575" y="1654243"/>
            <a:ext cx="602339" cy="60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0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/>
      <p:bldP spid="19" grpId="0"/>
      <p:bldP spid="21" grpId="0"/>
      <p:bldP spid="23" grpId="0"/>
      <p:bldP spid="25" grpId="0"/>
      <p:bldP spid="26" grpId="0"/>
      <p:bldP spid="28" grpId="0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Agrupar 47">
            <a:extLst>
              <a:ext uri="{FF2B5EF4-FFF2-40B4-BE49-F238E27FC236}">
                <a16:creationId xmlns:a16="http://schemas.microsoft.com/office/drawing/2014/main" id="{2DC2F346-19D8-2D64-386F-3C4FC4A8F181}"/>
              </a:ext>
            </a:extLst>
          </p:cNvPr>
          <p:cNvGrpSpPr/>
          <p:nvPr/>
        </p:nvGrpSpPr>
        <p:grpSpPr>
          <a:xfrm>
            <a:off x="113001" y="1918352"/>
            <a:ext cx="685717" cy="703969"/>
            <a:chOff x="319314" y="1106719"/>
            <a:chExt cx="725715" cy="740228"/>
          </a:xfrm>
        </p:grpSpPr>
        <p:sp>
          <p:nvSpPr>
            <p:cNvPr id="4" name="Fluxograma: Conector 3">
              <a:extLst>
                <a:ext uri="{FF2B5EF4-FFF2-40B4-BE49-F238E27FC236}">
                  <a16:creationId xmlns:a16="http://schemas.microsoft.com/office/drawing/2014/main" id="{87CCD987-E948-6D9E-A304-EAF6F8D2CC4A}"/>
                </a:ext>
              </a:extLst>
            </p:cNvPr>
            <p:cNvSpPr/>
            <p:nvPr/>
          </p:nvSpPr>
          <p:spPr>
            <a:xfrm>
              <a:off x="319314" y="1106719"/>
              <a:ext cx="725715" cy="740228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/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57688A60-8D2C-8AA9-BA72-E4E0216AD033}"/>
                </a:ext>
              </a:extLst>
            </p:cNvPr>
            <p:cNvCxnSpPr>
              <a:stCxn id="4" idx="7"/>
              <a:endCxn id="4" idx="5"/>
            </p:cNvCxnSpPr>
            <p:nvPr/>
          </p:nvCxnSpPr>
          <p:spPr>
            <a:xfrm>
              <a:off x="938750" y="1215123"/>
              <a:ext cx="0" cy="5234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luxograma: Processo 7">
            <a:extLst>
              <a:ext uri="{FF2B5EF4-FFF2-40B4-BE49-F238E27FC236}">
                <a16:creationId xmlns:a16="http://schemas.microsoft.com/office/drawing/2014/main" id="{59027BC9-E5C6-25FC-DFE4-CF5DEB0E5548}"/>
              </a:ext>
            </a:extLst>
          </p:cNvPr>
          <p:cNvSpPr/>
          <p:nvPr/>
        </p:nvSpPr>
        <p:spPr>
          <a:xfrm>
            <a:off x="1139099" y="977576"/>
            <a:ext cx="946287" cy="5650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Conferência da NF com OF</a:t>
            </a:r>
          </a:p>
        </p:txBody>
      </p:sp>
      <p:sp>
        <p:nvSpPr>
          <p:cNvPr id="9" name="Fluxograma: Conector 8">
            <a:extLst>
              <a:ext uri="{FF2B5EF4-FFF2-40B4-BE49-F238E27FC236}">
                <a16:creationId xmlns:a16="http://schemas.microsoft.com/office/drawing/2014/main" id="{95D506F5-81CB-40AE-E7C8-76BEFE7F2B73}"/>
              </a:ext>
            </a:extLst>
          </p:cNvPr>
          <p:cNvSpPr/>
          <p:nvPr/>
        </p:nvSpPr>
        <p:spPr>
          <a:xfrm>
            <a:off x="2627934" y="828597"/>
            <a:ext cx="921296" cy="88686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registro no sistema</a:t>
            </a:r>
          </a:p>
        </p:txBody>
      </p:sp>
      <p:sp>
        <p:nvSpPr>
          <p:cNvPr id="15" name="Fluxograma: Conector 14">
            <a:extLst>
              <a:ext uri="{FF2B5EF4-FFF2-40B4-BE49-F238E27FC236}">
                <a16:creationId xmlns:a16="http://schemas.microsoft.com/office/drawing/2014/main" id="{F995142F-1A7A-32FA-8730-7187F304944F}"/>
              </a:ext>
            </a:extLst>
          </p:cNvPr>
          <p:cNvSpPr/>
          <p:nvPr/>
        </p:nvSpPr>
        <p:spPr>
          <a:xfrm>
            <a:off x="5262284" y="835853"/>
            <a:ext cx="921296" cy="88686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armazenamento CAF</a:t>
            </a:r>
          </a:p>
        </p:txBody>
      </p:sp>
      <p:sp>
        <p:nvSpPr>
          <p:cNvPr id="16" name="Fluxograma: Processo 15">
            <a:extLst>
              <a:ext uri="{FF2B5EF4-FFF2-40B4-BE49-F238E27FC236}">
                <a16:creationId xmlns:a16="http://schemas.microsoft.com/office/drawing/2014/main" id="{837629D1-6C02-525B-0A3A-426E47A9C5BA}"/>
              </a:ext>
            </a:extLst>
          </p:cNvPr>
          <p:cNvSpPr/>
          <p:nvPr/>
        </p:nvSpPr>
        <p:spPr>
          <a:xfrm>
            <a:off x="3831502" y="958037"/>
            <a:ext cx="946287" cy="621583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Registro no Sistema</a:t>
            </a:r>
          </a:p>
        </p:txBody>
      </p:sp>
      <p:sp>
        <p:nvSpPr>
          <p:cNvPr id="17" name="Fluxograma: Processo 16">
            <a:extLst>
              <a:ext uri="{FF2B5EF4-FFF2-40B4-BE49-F238E27FC236}">
                <a16:creationId xmlns:a16="http://schemas.microsoft.com/office/drawing/2014/main" id="{02087463-7B27-EC72-67C7-FF18D0DD62E2}"/>
              </a:ext>
            </a:extLst>
          </p:cNvPr>
          <p:cNvSpPr/>
          <p:nvPr/>
        </p:nvSpPr>
        <p:spPr>
          <a:xfrm>
            <a:off x="6442679" y="965297"/>
            <a:ext cx="1046702" cy="621583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Armazenamento na CAF</a:t>
            </a:r>
          </a:p>
        </p:txBody>
      </p:sp>
      <p:sp>
        <p:nvSpPr>
          <p:cNvPr id="18" name="Fluxograma: Conector 17">
            <a:extLst>
              <a:ext uri="{FF2B5EF4-FFF2-40B4-BE49-F238E27FC236}">
                <a16:creationId xmlns:a16="http://schemas.microsoft.com/office/drawing/2014/main" id="{BB90EED4-6B6C-F375-3E28-0FCB983F7C59}"/>
              </a:ext>
            </a:extLst>
          </p:cNvPr>
          <p:cNvSpPr/>
          <p:nvPr/>
        </p:nvSpPr>
        <p:spPr>
          <a:xfrm>
            <a:off x="7795014" y="828599"/>
            <a:ext cx="921296" cy="88686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fracionamento</a:t>
            </a:r>
          </a:p>
        </p:txBody>
      </p:sp>
      <p:sp>
        <p:nvSpPr>
          <p:cNvPr id="20" name="Fluxograma: Processo 19">
            <a:extLst>
              <a:ext uri="{FF2B5EF4-FFF2-40B4-BE49-F238E27FC236}">
                <a16:creationId xmlns:a16="http://schemas.microsoft.com/office/drawing/2014/main" id="{1C8A9D42-4462-F417-0C5E-86534E86F498}"/>
              </a:ext>
            </a:extLst>
          </p:cNvPr>
          <p:cNvSpPr/>
          <p:nvPr/>
        </p:nvSpPr>
        <p:spPr>
          <a:xfrm>
            <a:off x="8953596" y="944051"/>
            <a:ext cx="921297" cy="631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Avaliar para fracionar</a:t>
            </a:r>
            <a:endParaRPr lang="pt-BR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luxograma: Processo 29">
            <a:extLst>
              <a:ext uri="{FF2B5EF4-FFF2-40B4-BE49-F238E27FC236}">
                <a16:creationId xmlns:a16="http://schemas.microsoft.com/office/drawing/2014/main" id="{4B3C58D5-A104-95C9-AA37-B73C81C80B0F}"/>
              </a:ext>
            </a:extLst>
          </p:cNvPr>
          <p:cNvSpPr/>
          <p:nvPr/>
        </p:nvSpPr>
        <p:spPr>
          <a:xfrm>
            <a:off x="6527985" y="2518285"/>
            <a:ext cx="1046702" cy="631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Armazentamento</a:t>
            </a:r>
            <a:r>
              <a:rPr lang="pt-BR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em estoque interno</a:t>
            </a:r>
          </a:p>
        </p:txBody>
      </p:sp>
      <p:sp>
        <p:nvSpPr>
          <p:cNvPr id="32" name="Fluxograma: Conector 31">
            <a:extLst>
              <a:ext uri="{FF2B5EF4-FFF2-40B4-BE49-F238E27FC236}">
                <a16:creationId xmlns:a16="http://schemas.microsoft.com/office/drawing/2014/main" id="{BB441038-4C8B-3F86-22FA-93A0639FDCB0}"/>
              </a:ext>
            </a:extLst>
          </p:cNvPr>
          <p:cNvSpPr/>
          <p:nvPr/>
        </p:nvSpPr>
        <p:spPr>
          <a:xfrm>
            <a:off x="5108658" y="2344492"/>
            <a:ext cx="1234007" cy="103283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solicitação de </a:t>
            </a:r>
            <a:r>
              <a:rPr lang="pt-BR" sz="900" dirty="0" err="1" smtClean="0">
                <a:solidFill>
                  <a:schemeClr val="tx1"/>
                </a:solidFill>
              </a:rPr>
              <a:t>med</a:t>
            </a:r>
            <a:r>
              <a:rPr lang="pt-BR" sz="900" dirty="0" smtClean="0">
                <a:solidFill>
                  <a:schemeClr val="tx1"/>
                </a:solidFill>
              </a:rPr>
              <a:t>/</a:t>
            </a:r>
            <a:r>
              <a:rPr lang="pt-BR" sz="900" dirty="0" err="1" smtClean="0">
                <a:solidFill>
                  <a:schemeClr val="tx1"/>
                </a:solidFill>
              </a:rPr>
              <a:t>saniante</a:t>
            </a:r>
            <a:r>
              <a:rPr lang="pt-BR" sz="900" dirty="0" smtClean="0">
                <a:solidFill>
                  <a:schemeClr val="tx1"/>
                </a:solidFill>
              </a:rPr>
              <a:t> pelas </a:t>
            </a:r>
            <a:r>
              <a:rPr lang="pt-BR" sz="900" dirty="0">
                <a:solidFill>
                  <a:schemeClr val="tx1"/>
                </a:solidFill>
              </a:rPr>
              <a:t>Farmácias Satélites</a:t>
            </a:r>
          </a:p>
        </p:txBody>
      </p:sp>
      <p:sp>
        <p:nvSpPr>
          <p:cNvPr id="36" name="Fluxograma: Processo 35">
            <a:extLst>
              <a:ext uri="{FF2B5EF4-FFF2-40B4-BE49-F238E27FC236}">
                <a16:creationId xmlns:a16="http://schemas.microsoft.com/office/drawing/2014/main" id="{376D19AB-8BD1-D5B7-0F23-5D13901E6748}"/>
              </a:ext>
            </a:extLst>
          </p:cNvPr>
          <p:cNvSpPr/>
          <p:nvPr/>
        </p:nvSpPr>
        <p:spPr>
          <a:xfrm>
            <a:off x="1034058" y="3059680"/>
            <a:ext cx="1046702" cy="631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Armazenamento na satélite</a:t>
            </a:r>
            <a:endParaRPr lang="pt-BR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Fluxograma: Processo 37">
            <a:extLst>
              <a:ext uri="{FF2B5EF4-FFF2-40B4-BE49-F238E27FC236}">
                <a16:creationId xmlns:a16="http://schemas.microsoft.com/office/drawing/2014/main" id="{A24D557E-57E7-4DBE-EF5C-48564146D975}"/>
              </a:ext>
            </a:extLst>
          </p:cNvPr>
          <p:cNvSpPr/>
          <p:nvPr/>
        </p:nvSpPr>
        <p:spPr>
          <a:xfrm>
            <a:off x="1246281" y="5265990"/>
            <a:ext cx="1046702" cy="631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Atender solicitação</a:t>
            </a:r>
            <a:endParaRPr lang="pt-BR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pt-BR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Fluxograma: Conector 39">
            <a:extLst>
              <a:ext uri="{FF2B5EF4-FFF2-40B4-BE49-F238E27FC236}">
                <a16:creationId xmlns:a16="http://schemas.microsoft.com/office/drawing/2014/main" id="{169C4C9D-F495-E24C-1E81-2AC9F32D0C06}"/>
              </a:ext>
            </a:extLst>
          </p:cNvPr>
          <p:cNvSpPr/>
          <p:nvPr/>
        </p:nvSpPr>
        <p:spPr>
          <a:xfrm>
            <a:off x="4125933" y="6019366"/>
            <a:ext cx="1072568" cy="83301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produção da fita selada</a:t>
            </a:r>
          </a:p>
        </p:txBody>
      </p:sp>
      <p:sp>
        <p:nvSpPr>
          <p:cNvPr id="41" name="Fluxograma: Processo 40">
            <a:extLst>
              <a:ext uri="{FF2B5EF4-FFF2-40B4-BE49-F238E27FC236}">
                <a16:creationId xmlns:a16="http://schemas.microsoft.com/office/drawing/2014/main" id="{935AFE16-DFA4-A177-D554-02433C5937A9}"/>
              </a:ext>
            </a:extLst>
          </p:cNvPr>
          <p:cNvSpPr/>
          <p:nvPr/>
        </p:nvSpPr>
        <p:spPr>
          <a:xfrm>
            <a:off x="6206090" y="5599448"/>
            <a:ext cx="1046702" cy="631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Produção da Fita selada </a:t>
            </a:r>
          </a:p>
        </p:txBody>
      </p:sp>
      <p:sp>
        <p:nvSpPr>
          <p:cNvPr id="44" name="Fluxograma: Conector 43">
            <a:extLst>
              <a:ext uri="{FF2B5EF4-FFF2-40B4-BE49-F238E27FC236}">
                <a16:creationId xmlns:a16="http://schemas.microsoft.com/office/drawing/2014/main" id="{188F1355-702E-3F84-4DB0-73535DE382BE}"/>
              </a:ext>
            </a:extLst>
          </p:cNvPr>
          <p:cNvSpPr/>
          <p:nvPr/>
        </p:nvSpPr>
        <p:spPr>
          <a:xfrm>
            <a:off x="4238745" y="4026940"/>
            <a:ext cx="1276493" cy="75849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</a:t>
            </a:r>
            <a:r>
              <a:rPr lang="pt-BR" sz="900" dirty="0" smtClean="0">
                <a:solidFill>
                  <a:schemeClr val="tx1"/>
                </a:solidFill>
              </a:rPr>
              <a:t>dispensação</a:t>
            </a:r>
            <a:endParaRPr lang="pt-BR" sz="900" dirty="0">
              <a:solidFill>
                <a:schemeClr val="tx1"/>
              </a:solidFill>
            </a:endParaRPr>
          </a:p>
        </p:txBody>
      </p:sp>
      <p:sp>
        <p:nvSpPr>
          <p:cNvPr id="45" name="Fluxograma: Processo 44">
            <a:extLst>
              <a:ext uri="{FF2B5EF4-FFF2-40B4-BE49-F238E27FC236}">
                <a16:creationId xmlns:a16="http://schemas.microsoft.com/office/drawing/2014/main" id="{84F393BB-CCDF-3672-54D9-37433631B185}"/>
              </a:ext>
            </a:extLst>
          </p:cNvPr>
          <p:cNvSpPr/>
          <p:nvPr/>
        </p:nvSpPr>
        <p:spPr>
          <a:xfrm>
            <a:off x="6231448" y="4098175"/>
            <a:ext cx="1046702" cy="631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Dispensação do MAT/MED</a:t>
            </a:r>
            <a:endParaRPr lang="pt-BR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6AD9566-7B9B-F6F9-7458-AEB01B1DCEFB}"/>
              </a:ext>
            </a:extLst>
          </p:cNvPr>
          <p:cNvGrpSpPr/>
          <p:nvPr/>
        </p:nvGrpSpPr>
        <p:grpSpPr>
          <a:xfrm>
            <a:off x="7669066" y="4069457"/>
            <a:ext cx="685717" cy="703969"/>
            <a:chOff x="319314" y="1106719"/>
            <a:chExt cx="725715" cy="740228"/>
          </a:xfrm>
        </p:grpSpPr>
        <p:sp>
          <p:nvSpPr>
            <p:cNvPr id="50" name="Fluxograma: Conector 49">
              <a:extLst>
                <a:ext uri="{FF2B5EF4-FFF2-40B4-BE49-F238E27FC236}">
                  <a16:creationId xmlns:a16="http://schemas.microsoft.com/office/drawing/2014/main" id="{BBEE46BA-4FAE-A17D-2ECF-4B29FEB9F14F}"/>
                </a:ext>
              </a:extLst>
            </p:cNvPr>
            <p:cNvSpPr/>
            <p:nvPr/>
          </p:nvSpPr>
          <p:spPr>
            <a:xfrm>
              <a:off x="319314" y="1106719"/>
              <a:ext cx="725715" cy="740228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 dirty="0"/>
            </a:p>
          </p:txBody>
        </p:sp>
        <p:cxnSp>
          <p:nvCxnSpPr>
            <p:cNvPr id="51" name="Conector reto 50">
              <a:extLst>
                <a:ext uri="{FF2B5EF4-FFF2-40B4-BE49-F238E27FC236}">
                  <a16:creationId xmlns:a16="http://schemas.microsoft.com/office/drawing/2014/main" id="{BDCFBAC5-8E19-E47D-977A-F9D1E8C118EB}"/>
                </a:ext>
              </a:extLst>
            </p:cNvPr>
            <p:cNvCxnSpPr>
              <a:stCxn id="50" idx="7"/>
              <a:endCxn id="50" idx="5"/>
            </p:cNvCxnSpPr>
            <p:nvPr/>
          </p:nvCxnSpPr>
          <p:spPr>
            <a:xfrm>
              <a:off x="938750" y="1215123"/>
              <a:ext cx="0" cy="5234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Conector: Curvo 52">
            <a:extLst>
              <a:ext uri="{FF2B5EF4-FFF2-40B4-BE49-F238E27FC236}">
                <a16:creationId xmlns:a16="http://schemas.microsoft.com/office/drawing/2014/main" id="{24829B3E-D07E-1576-F535-5EC2298A5A2F}"/>
              </a:ext>
            </a:extLst>
          </p:cNvPr>
          <p:cNvCxnSpPr>
            <a:stCxn id="176" idx="0"/>
            <a:endCxn id="8" idx="1"/>
          </p:cNvCxnSpPr>
          <p:nvPr/>
        </p:nvCxnSpPr>
        <p:spPr>
          <a:xfrm rot="16200000" flipV="1">
            <a:off x="1675759" y="723454"/>
            <a:ext cx="625340" cy="1698660"/>
          </a:xfrm>
          <a:prstGeom prst="curvedConnector4">
            <a:avLst>
              <a:gd name="adj1" fmla="val 27409"/>
              <a:gd name="adj2" fmla="val 1134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E0B1B5CD-6E3D-726C-8D73-59A150DA2982}"/>
              </a:ext>
            </a:extLst>
          </p:cNvPr>
          <p:cNvGrpSpPr/>
          <p:nvPr/>
        </p:nvGrpSpPr>
        <p:grpSpPr>
          <a:xfrm>
            <a:off x="2085385" y="871943"/>
            <a:ext cx="542548" cy="452603"/>
            <a:chOff x="2024712" y="1105303"/>
            <a:chExt cx="637323" cy="475915"/>
          </a:xfrm>
        </p:grpSpPr>
        <p:cxnSp>
          <p:nvCxnSpPr>
            <p:cNvPr id="55" name="Conector: Curvo 54">
              <a:extLst>
                <a:ext uri="{FF2B5EF4-FFF2-40B4-BE49-F238E27FC236}">
                  <a16:creationId xmlns:a16="http://schemas.microsoft.com/office/drawing/2014/main" id="{360691FF-CBD3-74D5-1BB7-B6EA7AA1ABB9}"/>
                </a:ext>
              </a:extLst>
            </p:cNvPr>
            <p:cNvCxnSpPr>
              <a:stCxn id="8" idx="3"/>
              <a:endCxn id="9" idx="2"/>
            </p:cNvCxnSpPr>
            <p:nvPr/>
          </p:nvCxnSpPr>
          <p:spPr>
            <a:xfrm>
              <a:off x="2024712" y="1513467"/>
              <a:ext cx="637323" cy="12528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id="{ECBE5D63-EE7D-3FC1-6D3E-93F9B6A51730}"/>
                </a:ext>
              </a:extLst>
            </p:cNvPr>
            <p:cNvGrpSpPr/>
            <p:nvPr/>
          </p:nvGrpSpPr>
          <p:grpSpPr>
            <a:xfrm>
              <a:off x="2221587" y="1105303"/>
              <a:ext cx="311163" cy="475915"/>
              <a:chOff x="11193093" y="5890750"/>
              <a:chExt cx="311163" cy="475915"/>
            </a:xfrm>
          </p:grpSpPr>
          <p:sp>
            <p:nvSpPr>
              <p:cNvPr id="57" name="Fluxograma: Conector 56">
                <a:extLst>
                  <a:ext uri="{FF2B5EF4-FFF2-40B4-BE49-F238E27FC236}">
                    <a16:creationId xmlns:a16="http://schemas.microsoft.com/office/drawing/2014/main" id="{C63DE58A-33D2-E869-5CFA-4AC73A94AABA}"/>
                  </a:ext>
                </a:extLst>
              </p:cNvPr>
              <p:cNvSpPr/>
              <p:nvPr/>
            </p:nvSpPr>
            <p:spPr>
              <a:xfrm>
                <a:off x="11266509" y="6217200"/>
                <a:ext cx="164330" cy="149465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/>
              </a:p>
            </p:txBody>
          </p:sp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1C243D21-C6C6-7A6B-1E55-EFC6222E8E4D}"/>
                  </a:ext>
                </a:extLst>
              </p:cNvPr>
              <p:cNvSpPr txBox="1"/>
              <p:nvPr/>
            </p:nvSpPr>
            <p:spPr>
              <a:xfrm>
                <a:off x="11193093" y="5890750"/>
                <a:ext cx="311163" cy="242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9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</p:grpSp>
      <p:cxnSp>
        <p:nvCxnSpPr>
          <p:cNvPr id="64" name="Conector: Curvo 63">
            <a:extLst>
              <a:ext uri="{FF2B5EF4-FFF2-40B4-BE49-F238E27FC236}">
                <a16:creationId xmlns:a16="http://schemas.microsoft.com/office/drawing/2014/main" id="{19138FB8-AA4D-E3AC-BBEF-9ED9E3B403F1}"/>
              </a:ext>
            </a:extLst>
          </p:cNvPr>
          <p:cNvCxnSpPr>
            <a:stCxn id="9" idx="6"/>
            <a:endCxn id="16" idx="1"/>
          </p:cNvCxnSpPr>
          <p:nvPr/>
        </p:nvCxnSpPr>
        <p:spPr>
          <a:xfrm flipV="1">
            <a:off x="3549230" y="1268829"/>
            <a:ext cx="282272" cy="319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F05D27F3-5D91-F787-92CB-A0874B7AB13F}"/>
              </a:ext>
            </a:extLst>
          </p:cNvPr>
          <p:cNvCxnSpPr>
            <a:stCxn id="17" idx="3"/>
            <a:endCxn id="18" idx="2"/>
          </p:cNvCxnSpPr>
          <p:nvPr/>
        </p:nvCxnSpPr>
        <p:spPr>
          <a:xfrm flipV="1">
            <a:off x="7489381" y="1272030"/>
            <a:ext cx="305633" cy="40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: Curvo 76">
            <a:extLst>
              <a:ext uri="{FF2B5EF4-FFF2-40B4-BE49-F238E27FC236}">
                <a16:creationId xmlns:a16="http://schemas.microsoft.com/office/drawing/2014/main" id="{3D1AC75B-FD0B-3392-C661-236A55232C74}"/>
              </a:ext>
            </a:extLst>
          </p:cNvPr>
          <p:cNvCxnSpPr>
            <a:stCxn id="18" idx="6"/>
            <a:endCxn id="20" idx="1"/>
          </p:cNvCxnSpPr>
          <p:nvPr/>
        </p:nvCxnSpPr>
        <p:spPr>
          <a:xfrm flipV="1">
            <a:off x="8716310" y="1259906"/>
            <a:ext cx="237286" cy="1212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: Curvo 108">
            <a:extLst>
              <a:ext uri="{FF2B5EF4-FFF2-40B4-BE49-F238E27FC236}">
                <a16:creationId xmlns:a16="http://schemas.microsoft.com/office/drawing/2014/main" id="{F5CB5AB4-53C1-9969-77D0-22015941AB3E}"/>
              </a:ext>
            </a:extLst>
          </p:cNvPr>
          <p:cNvCxnSpPr>
            <a:cxnSpLocks/>
            <a:stCxn id="29" idx="2"/>
            <a:endCxn id="30" idx="3"/>
          </p:cNvCxnSpPr>
          <p:nvPr/>
        </p:nvCxnSpPr>
        <p:spPr>
          <a:xfrm rot="10800000">
            <a:off x="7574687" y="2834140"/>
            <a:ext cx="347670" cy="45648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: Curvo 110">
            <a:extLst>
              <a:ext uri="{FF2B5EF4-FFF2-40B4-BE49-F238E27FC236}">
                <a16:creationId xmlns:a16="http://schemas.microsoft.com/office/drawing/2014/main" id="{A7CEDDBA-3D7C-98D4-A374-F8A3A883FC1F}"/>
              </a:ext>
            </a:extLst>
          </p:cNvPr>
          <p:cNvCxnSpPr>
            <a:stCxn id="30" idx="1"/>
            <a:endCxn id="32" idx="6"/>
          </p:cNvCxnSpPr>
          <p:nvPr/>
        </p:nvCxnSpPr>
        <p:spPr>
          <a:xfrm rot="10800000" flipV="1">
            <a:off x="6342665" y="2834140"/>
            <a:ext cx="185320" cy="26772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ector: Curvo 112">
            <a:extLst>
              <a:ext uri="{FF2B5EF4-FFF2-40B4-BE49-F238E27FC236}">
                <a16:creationId xmlns:a16="http://schemas.microsoft.com/office/drawing/2014/main" id="{54F7D1CA-4EBA-FDDD-DDB5-51BE85A1DDD3}"/>
              </a:ext>
            </a:extLst>
          </p:cNvPr>
          <p:cNvCxnSpPr>
            <a:stCxn id="32" idx="2"/>
            <a:endCxn id="199" idx="3"/>
          </p:cNvCxnSpPr>
          <p:nvPr/>
        </p:nvCxnSpPr>
        <p:spPr>
          <a:xfrm rot="10800000" flipV="1">
            <a:off x="4830492" y="2860911"/>
            <a:ext cx="278166" cy="38121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ector: Curvo 118">
            <a:extLst>
              <a:ext uri="{FF2B5EF4-FFF2-40B4-BE49-F238E27FC236}">
                <a16:creationId xmlns:a16="http://schemas.microsoft.com/office/drawing/2014/main" id="{C708E5DE-3B39-5340-2FB1-6982997D631E}"/>
              </a:ext>
            </a:extLst>
          </p:cNvPr>
          <p:cNvCxnSpPr>
            <a:stCxn id="36" idx="1"/>
            <a:endCxn id="230" idx="0"/>
          </p:cNvCxnSpPr>
          <p:nvPr/>
        </p:nvCxnSpPr>
        <p:spPr>
          <a:xfrm rot="10800000" flipV="1">
            <a:off x="798446" y="3375535"/>
            <a:ext cx="235613" cy="69392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ector: Curvo 122">
            <a:extLst>
              <a:ext uri="{FF2B5EF4-FFF2-40B4-BE49-F238E27FC236}">
                <a16:creationId xmlns:a16="http://schemas.microsoft.com/office/drawing/2014/main" id="{B0999567-D786-712A-8829-E0B1C5D649E5}"/>
              </a:ext>
            </a:extLst>
          </p:cNvPr>
          <p:cNvCxnSpPr>
            <a:stCxn id="38" idx="3"/>
            <a:endCxn id="40" idx="2"/>
          </p:cNvCxnSpPr>
          <p:nvPr/>
        </p:nvCxnSpPr>
        <p:spPr>
          <a:xfrm>
            <a:off x="2292983" y="5581845"/>
            <a:ext cx="1832950" cy="85402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ector: Curvo 124">
            <a:extLst>
              <a:ext uri="{FF2B5EF4-FFF2-40B4-BE49-F238E27FC236}">
                <a16:creationId xmlns:a16="http://schemas.microsoft.com/office/drawing/2014/main" id="{E67EB18E-F12B-843C-1DE8-F1C6113C48E8}"/>
              </a:ext>
            </a:extLst>
          </p:cNvPr>
          <p:cNvCxnSpPr>
            <a:stCxn id="40" idx="6"/>
            <a:endCxn id="41" idx="1"/>
          </p:cNvCxnSpPr>
          <p:nvPr/>
        </p:nvCxnSpPr>
        <p:spPr>
          <a:xfrm flipV="1">
            <a:off x="5198501" y="5915303"/>
            <a:ext cx="1007589" cy="52057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ector: Curvo 126">
            <a:extLst>
              <a:ext uri="{FF2B5EF4-FFF2-40B4-BE49-F238E27FC236}">
                <a16:creationId xmlns:a16="http://schemas.microsoft.com/office/drawing/2014/main" id="{7B7DEF24-DFD8-CB8E-AC08-157EB56697AB}"/>
              </a:ext>
            </a:extLst>
          </p:cNvPr>
          <p:cNvCxnSpPr>
            <a:cxnSpLocks/>
            <a:stCxn id="41" idx="0"/>
            <a:endCxn id="44" idx="2"/>
          </p:cNvCxnSpPr>
          <p:nvPr/>
        </p:nvCxnSpPr>
        <p:spPr>
          <a:xfrm rot="16200000" flipV="1">
            <a:off x="4887462" y="3757469"/>
            <a:ext cx="1193262" cy="2490696"/>
          </a:xfrm>
          <a:prstGeom prst="curvedConnector4">
            <a:avLst>
              <a:gd name="adj1" fmla="val 34109"/>
              <a:gd name="adj2" fmla="val 10917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ector: Curvo 128">
            <a:extLst>
              <a:ext uri="{FF2B5EF4-FFF2-40B4-BE49-F238E27FC236}">
                <a16:creationId xmlns:a16="http://schemas.microsoft.com/office/drawing/2014/main" id="{309BDA23-4B06-AE89-8CB3-87873926D454}"/>
              </a:ext>
            </a:extLst>
          </p:cNvPr>
          <p:cNvCxnSpPr>
            <a:cxnSpLocks/>
            <a:stCxn id="44" idx="6"/>
            <a:endCxn id="45" idx="1"/>
          </p:cNvCxnSpPr>
          <p:nvPr/>
        </p:nvCxnSpPr>
        <p:spPr>
          <a:xfrm>
            <a:off x="5515238" y="4406186"/>
            <a:ext cx="716210" cy="784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ector: Curvo 132">
            <a:extLst>
              <a:ext uri="{FF2B5EF4-FFF2-40B4-BE49-F238E27FC236}">
                <a16:creationId xmlns:a16="http://schemas.microsoft.com/office/drawing/2014/main" id="{7E7C1BCA-4024-AF06-38D0-75BB3182DCBA}"/>
              </a:ext>
            </a:extLst>
          </p:cNvPr>
          <p:cNvCxnSpPr>
            <a:stCxn id="45" idx="3"/>
            <a:endCxn id="50" idx="2"/>
          </p:cNvCxnSpPr>
          <p:nvPr/>
        </p:nvCxnSpPr>
        <p:spPr>
          <a:xfrm>
            <a:off x="7278150" y="4414030"/>
            <a:ext cx="390916" cy="7412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5" name="Agrupar 164">
            <a:extLst>
              <a:ext uri="{FF2B5EF4-FFF2-40B4-BE49-F238E27FC236}">
                <a16:creationId xmlns:a16="http://schemas.microsoft.com/office/drawing/2014/main" id="{F83D1EBE-ABB9-191A-9BF8-4FE10BEBEEDB}"/>
              </a:ext>
            </a:extLst>
          </p:cNvPr>
          <p:cNvGrpSpPr/>
          <p:nvPr/>
        </p:nvGrpSpPr>
        <p:grpSpPr>
          <a:xfrm>
            <a:off x="4777788" y="871943"/>
            <a:ext cx="484495" cy="452603"/>
            <a:chOff x="4749531" y="1105303"/>
            <a:chExt cx="576726" cy="475915"/>
          </a:xfrm>
        </p:grpSpPr>
        <p:grpSp>
          <p:nvGrpSpPr>
            <p:cNvPr id="67" name="Agrupar 66">
              <a:extLst>
                <a:ext uri="{FF2B5EF4-FFF2-40B4-BE49-F238E27FC236}">
                  <a16:creationId xmlns:a16="http://schemas.microsoft.com/office/drawing/2014/main" id="{EF7EC4B0-93EE-DF41-5716-FC4620977171}"/>
                </a:ext>
              </a:extLst>
            </p:cNvPr>
            <p:cNvGrpSpPr/>
            <p:nvPr/>
          </p:nvGrpSpPr>
          <p:grpSpPr>
            <a:xfrm>
              <a:off x="4784048" y="1105303"/>
              <a:ext cx="311163" cy="475915"/>
              <a:chOff x="11193093" y="5890750"/>
              <a:chExt cx="311163" cy="475915"/>
            </a:xfrm>
          </p:grpSpPr>
          <p:sp>
            <p:nvSpPr>
              <p:cNvPr id="68" name="Fluxograma: Conector 67">
                <a:extLst>
                  <a:ext uri="{FF2B5EF4-FFF2-40B4-BE49-F238E27FC236}">
                    <a16:creationId xmlns:a16="http://schemas.microsoft.com/office/drawing/2014/main" id="{E534189C-9349-B9F2-B3E1-5BB274E0E0F4}"/>
                  </a:ext>
                </a:extLst>
              </p:cNvPr>
              <p:cNvSpPr/>
              <p:nvPr/>
            </p:nvSpPr>
            <p:spPr>
              <a:xfrm>
                <a:off x="11266509" y="6217200"/>
                <a:ext cx="164330" cy="149465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900"/>
              </a:p>
            </p:txBody>
          </p: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F9AC6BC-9F4D-606C-872F-93518BA9134E}"/>
                  </a:ext>
                </a:extLst>
              </p:cNvPr>
              <p:cNvSpPr txBox="1"/>
              <p:nvPr/>
            </p:nvSpPr>
            <p:spPr>
              <a:xfrm>
                <a:off x="11193093" y="5890750"/>
                <a:ext cx="311163" cy="242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9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</p:grpSp>
        <p:cxnSp>
          <p:nvCxnSpPr>
            <p:cNvPr id="143" name="Conector: Curvo 142">
              <a:extLst>
                <a:ext uri="{FF2B5EF4-FFF2-40B4-BE49-F238E27FC236}">
                  <a16:creationId xmlns:a16="http://schemas.microsoft.com/office/drawing/2014/main" id="{A8B302A5-4993-0019-AEF2-D2700E8ABC24}"/>
                </a:ext>
              </a:extLst>
            </p:cNvPr>
            <p:cNvCxnSpPr>
              <a:stCxn id="16" idx="3"/>
              <a:endCxn id="15" idx="2"/>
            </p:cNvCxnSpPr>
            <p:nvPr/>
          </p:nvCxnSpPr>
          <p:spPr>
            <a:xfrm>
              <a:off x="4749531" y="1522631"/>
              <a:ext cx="576726" cy="10994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6" name="Conector: Curvo 145">
            <a:extLst>
              <a:ext uri="{FF2B5EF4-FFF2-40B4-BE49-F238E27FC236}">
                <a16:creationId xmlns:a16="http://schemas.microsoft.com/office/drawing/2014/main" id="{706F5073-78E5-BDD2-109B-6ADD67E3C93C}"/>
              </a:ext>
            </a:extLst>
          </p:cNvPr>
          <p:cNvCxnSpPr>
            <a:stCxn id="15" idx="6"/>
            <a:endCxn id="17" idx="1"/>
          </p:cNvCxnSpPr>
          <p:nvPr/>
        </p:nvCxnSpPr>
        <p:spPr>
          <a:xfrm flipV="1">
            <a:off x="6183580" y="1276089"/>
            <a:ext cx="259099" cy="3195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C060CCB7-0CD3-FD8C-414B-AF0C72026FB4}"/>
              </a:ext>
            </a:extLst>
          </p:cNvPr>
          <p:cNvGrpSpPr/>
          <p:nvPr/>
        </p:nvGrpSpPr>
        <p:grpSpPr>
          <a:xfrm>
            <a:off x="7489381" y="1276089"/>
            <a:ext cx="1684912" cy="2499260"/>
            <a:chOff x="7370728" y="1384723"/>
            <a:chExt cx="1814097" cy="2647298"/>
          </a:xfrm>
        </p:grpSpPr>
        <p:sp>
          <p:nvSpPr>
            <p:cNvPr id="29" name="Fluxograma: Conector 28">
              <a:extLst>
                <a:ext uri="{FF2B5EF4-FFF2-40B4-BE49-F238E27FC236}">
                  <a16:creationId xmlns:a16="http://schemas.microsoft.com/office/drawing/2014/main" id="{7C42E1F4-E23E-6EBA-0861-8C5CF135017A}"/>
                </a:ext>
              </a:extLst>
            </p:cNvPr>
            <p:cNvSpPr/>
            <p:nvPr/>
          </p:nvSpPr>
          <p:spPr>
            <a:xfrm>
              <a:off x="7836902" y="3005143"/>
              <a:ext cx="1347923" cy="1026878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tx1"/>
                  </a:solidFill>
                </a:rPr>
                <a:t>Aguardando armazenamento em estoque interno</a:t>
              </a:r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6424F1F7-A5EE-3801-DF4B-478FB7EE894D}"/>
                </a:ext>
              </a:extLst>
            </p:cNvPr>
            <p:cNvSpPr txBox="1"/>
            <p:nvPr/>
          </p:nvSpPr>
          <p:spPr>
            <a:xfrm>
              <a:off x="7856167" y="2060874"/>
              <a:ext cx="311161" cy="244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/>
                <a:t>A</a:t>
              </a:r>
            </a:p>
          </p:txBody>
        </p:sp>
        <p:cxnSp>
          <p:nvCxnSpPr>
            <p:cNvPr id="148" name="Conector: Curvo 147">
              <a:extLst>
                <a:ext uri="{FF2B5EF4-FFF2-40B4-BE49-F238E27FC236}">
                  <a16:creationId xmlns:a16="http://schemas.microsoft.com/office/drawing/2014/main" id="{DFB81D3B-AE1D-4248-24C5-4B9AEF7F0210}"/>
                </a:ext>
              </a:extLst>
            </p:cNvPr>
            <p:cNvCxnSpPr>
              <a:stCxn id="17" idx="3"/>
              <a:endCxn id="29" idx="1"/>
            </p:cNvCxnSpPr>
            <p:nvPr/>
          </p:nvCxnSpPr>
          <p:spPr>
            <a:xfrm>
              <a:off x="7370728" y="1384723"/>
              <a:ext cx="663573" cy="1770802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Agrupar 173">
            <a:extLst>
              <a:ext uri="{FF2B5EF4-FFF2-40B4-BE49-F238E27FC236}">
                <a16:creationId xmlns:a16="http://schemas.microsoft.com/office/drawing/2014/main" id="{8E6B4A4B-5B05-C49A-7938-CBA828D6E9D9}"/>
              </a:ext>
            </a:extLst>
          </p:cNvPr>
          <p:cNvGrpSpPr/>
          <p:nvPr/>
        </p:nvGrpSpPr>
        <p:grpSpPr>
          <a:xfrm>
            <a:off x="9174293" y="1259906"/>
            <a:ext cx="2831622" cy="2344442"/>
            <a:chOff x="8997933" y="1395825"/>
            <a:chExt cx="3007982" cy="2465196"/>
          </a:xfrm>
        </p:grpSpPr>
        <p:sp>
          <p:nvSpPr>
            <p:cNvPr id="23" name="Fluxograma: Processo 22">
              <a:extLst>
                <a:ext uri="{FF2B5EF4-FFF2-40B4-BE49-F238E27FC236}">
                  <a16:creationId xmlns:a16="http://schemas.microsoft.com/office/drawing/2014/main" id="{BD1CFBFE-768C-1577-3D96-8EA4F58F3DC3}"/>
                </a:ext>
              </a:extLst>
            </p:cNvPr>
            <p:cNvSpPr/>
            <p:nvPr/>
          </p:nvSpPr>
          <p:spPr>
            <a:xfrm>
              <a:off x="9709254" y="3196775"/>
              <a:ext cx="975037" cy="664246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Unitarização</a:t>
              </a:r>
              <a:r>
                <a:rPr lang="pt-BR" sz="9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e Etiquetagem automatizada</a:t>
              </a:r>
            </a:p>
          </p:txBody>
        </p:sp>
        <p:sp>
          <p:nvSpPr>
            <p:cNvPr id="24" name="Fluxograma: Processo 23">
              <a:extLst>
                <a:ext uri="{FF2B5EF4-FFF2-40B4-BE49-F238E27FC236}">
                  <a16:creationId xmlns:a16="http://schemas.microsoft.com/office/drawing/2014/main" id="{3E33B5B1-63E5-52A7-BBB1-B3AF08136522}"/>
                </a:ext>
              </a:extLst>
            </p:cNvPr>
            <p:cNvSpPr/>
            <p:nvPr/>
          </p:nvSpPr>
          <p:spPr>
            <a:xfrm>
              <a:off x="11030878" y="3196775"/>
              <a:ext cx="975037" cy="664246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Unitarização</a:t>
              </a:r>
              <a:r>
                <a:rPr lang="pt-BR" sz="9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e Etiquetagem manual</a:t>
              </a:r>
            </a:p>
          </p:txBody>
        </p:sp>
        <p:cxnSp>
          <p:nvCxnSpPr>
            <p:cNvPr id="89" name="Conector: Curvo 88">
              <a:extLst>
                <a:ext uri="{FF2B5EF4-FFF2-40B4-BE49-F238E27FC236}">
                  <a16:creationId xmlns:a16="http://schemas.microsoft.com/office/drawing/2014/main" id="{623345A6-E808-EC6A-90AF-3BC06A0F1852}"/>
                </a:ext>
              </a:extLst>
            </p:cNvPr>
            <p:cNvCxnSpPr>
              <a:cxnSpLocks/>
              <a:stCxn id="20" idx="3"/>
              <a:endCxn id="24" idx="3"/>
            </p:cNvCxnSpPr>
            <p:nvPr/>
          </p:nvCxnSpPr>
          <p:spPr>
            <a:xfrm>
              <a:off x="9742168" y="1395825"/>
              <a:ext cx="2263747" cy="2133074"/>
            </a:xfrm>
            <a:prstGeom prst="curvedConnector3">
              <a:avLst>
                <a:gd name="adj1" fmla="val 102054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CaixaDeTexto 95">
              <a:extLst>
                <a:ext uri="{FF2B5EF4-FFF2-40B4-BE49-F238E27FC236}">
                  <a16:creationId xmlns:a16="http://schemas.microsoft.com/office/drawing/2014/main" id="{29526809-6049-9B4A-21C7-29AF57BD493E}"/>
                </a:ext>
              </a:extLst>
            </p:cNvPr>
            <p:cNvSpPr txBox="1"/>
            <p:nvPr/>
          </p:nvSpPr>
          <p:spPr>
            <a:xfrm>
              <a:off x="9964985" y="1416079"/>
              <a:ext cx="311162" cy="242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/>
                <a:t>B</a:t>
              </a:r>
            </a:p>
          </p:txBody>
        </p:sp>
        <p:cxnSp>
          <p:nvCxnSpPr>
            <p:cNvPr id="104" name="Conector: Curvo 103">
              <a:extLst>
                <a:ext uri="{FF2B5EF4-FFF2-40B4-BE49-F238E27FC236}">
                  <a16:creationId xmlns:a16="http://schemas.microsoft.com/office/drawing/2014/main" id="{AEF2F9A1-6522-F24A-9C66-0AECA2C78C87}"/>
                </a:ext>
              </a:extLst>
            </p:cNvPr>
            <p:cNvCxnSpPr>
              <a:stCxn id="23" idx="1"/>
              <a:endCxn id="29" idx="6"/>
            </p:cNvCxnSpPr>
            <p:nvPr/>
          </p:nvCxnSpPr>
          <p:spPr>
            <a:xfrm rot="10800000" flipV="1">
              <a:off x="8997933" y="3528897"/>
              <a:ext cx="711322" cy="2237"/>
            </a:xfrm>
            <a:prstGeom prst="curved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: Curvo 158">
              <a:extLst>
                <a:ext uri="{FF2B5EF4-FFF2-40B4-BE49-F238E27FC236}">
                  <a16:creationId xmlns:a16="http://schemas.microsoft.com/office/drawing/2014/main" id="{2076CDC7-627C-F486-11F6-871F91DCBAAD}"/>
                </a:ext>
              </a:extLst>
            </p:cNvPr>
            <p:cNvCxnSpPr>
              <a:cxnSpLocks/>
              <a:stCxn id="20" idx="3"/>
              <a:endCxn id="23" idx="3"/>
            </p:cNvCxnSpPr>
            <p:nvPr/>
          </p:nvCxnSpPr>
          <p:spPr>
            <a:xfrm>
              <a:off x="9742168" y="1395825"/>
              <a:ext cx="942123" cy="2133074"/>
            </a:xfrm>
            <a:prstGeom prst="curvedConnector3">
              <a:avLst>
                <a:gd name="adj1" fmla="val 12577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Fluxograma: Conector 26">
            <a:extLst>
              <a:ext uri="{FF2B5EF4-FFF2-40B4-BE49-F238E27FC236}">
                <a16:creationId xmlns:a16="http://schemas.microsoft.com/office/drawing/2014/main" id="{31827A61-4D17-2C88-4689-4DF80E1BE746}"/>
              </a:ext>
            </a:extLst>
          </p:cNvPr>
          <p:cNvSpPr/>
          <p:nvPr/>
        </p:nvSpPr>
        <p:spPr>
          <a:xfrm>
            <a:off x="9843909" y="3706400"/>
            <a:ext cx="782937" cy="783550"/>
          </a:xfrm>
          <a:prstGeom prst="flowChartConnector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Untarizadora</a:t>
            </a:r>
            <a:r>
              <a:rPr lang="pt-BR" sz="9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5" name="CaixaDeTexto 214">
            <a:extLst>
              <a:ext uri="{FF2B5EF4-FFF2-40B4-BE49-F238E27FC236}">
                <a16:creationId xmlns:a16="http://schemas.microsoft.com/office/drawing/2014/main" id="{6828E372-5400-353F-D2C6-252D7FBAA693}"/>
              </a:ext>
            </a:extLst>
          </p:cNvPr>
          <p:cNvSpPr txBox="1"/>
          <p:nvPr/>
        </p:nvSpPr>
        <p:spPr>
          <a:xfrm>
            <a:off x="10461674" y="4298613"/>
            <a:ext cx="2940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217" name="Conector: Curvo 216">
            <a:extLst>
              <a:ext uri="{FF2B5EF4-FFF2-40B4-BE49-F238E27FC236}">
                <a16:creationId xmlns:a16="http://schemas.microsoft.com/office/drawing/2014/main" id="{5500BED2-2738-C20D-34FF-5219D9AC459D}"/>
              </a:ext>
            </a:extLst>
          </p:cNvPr>
          <p:cNvCxnSpPr>
            <a:stCxn id="27" idx="6"/>
            <a:endCxn id="23" idx="3"/>
          </p:cNvCxnSpPr>
          <p:nvPr/>
        </p:nvCxnSpPr>
        <p:spPr>
          <a:xfrm flipV="1">
            <a:off x="10626846" y="3288494"/>
            <a:ext cx="134933" cy="809681"/>
          </a:xfrm>
          <a:prstGeom prst="curvedConnector3">
            <a:avLst>
              <a:gd name="adj1" fmla="val 2694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ector: Curvo 240">
            <a:extLst>
              <a:ext uri="{FF2B5EF4-FFF2-40B4-BE49-F238E27FC236}">
                <a16:creationId xmlns:a16="http://schemas.microsoft.com/office/drawing/2014/main" id="{AAA71643-D440-4E1D-518C-8EDD9897EAF2}"/>
              </a:ext>
            </a:extLst>
          </p:cNvPr>
          <p:cNvCxnSpPr>
            <a:stCxn id="23" idx="1"/>
            <a:endCxn id="27" idx="2"/>
          </p:cNvCxnSpPr>
          <p:nvPr/>
        </p:nvCxnSpPr>
        <p:spPr>
          <a:xfrm rot="10800000" flipV="1">
            <a:off x="9843909" y="3288493"/>
            <a:ext cx="12700" cy="809681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8" name="Agrupar 317">
            <a:extLst>
              <a:ext uri="{FF2B5EF4-FFF2-40B4-BE49-F238E27FC236}">
                <a16:creationId xmlns:a16="http://schemas.microsoft.com/office/drawing/2014/main" id="{83A58D0B-9DBF-4D83-3B5D-4FDC5CF069B5}"/>
              </a:ext>
            </a:extLst>
          </p:cNvPr>
          <p:cNvGrpSpPr/>
          <p:nvPr/>
        </p:nvGrpSpPr>
        <p:grpSpPr>
          <a:xfrm>
            <a:off x="6231445" y="5945980"/>
            <a:ext cx="1173338" cy="814743"/>
            <a:chOff x="4621127" y="5783223"/>
            <a:chExt cx="1198696" cy="912565"/>
          </a:xfrm>
        </p:grpSpPr>
        <p:sp>
          <p:nvSpPr>
            <p:cNvPr id="43" name="Fluxograma: Conector 42">
              <a:extLst>
                <a:ext uri="{FF2B5EF4-FFF2-40B4-BE49-F238E27FC236}">
                  <a16:creationId xmlns:a16="http://schemas.microsoft.com/office/drawing/2014/main" id="{A700ABC3-FB6D-15E9-C40D-FCAE87579531}"/>
                </a:ext>
              </a:extLst>
            </p:cNvPr>
            <p:cNvSpPr/>
            <p:nvPr/>
          </p:nvSpPr>
          <p:spPr>
            <a:xfrm>
              <a:off x="4638677" y="6128656"/>
              <a:ext cx="950554" cy="567132"/>
            </a:xfrm>
            <a:prstGeom prst="flowChartConnector">
              <a:avLst/>
            </a:prstGeom>
            <a:noFill/>
            <a:ln w="254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Seladora</a:t>
              </a:r>
            </a:p>
          </p:txBody>
        </p: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A45EF8CA-C966-7A55-5ECC-B9310DD06511}"/>
                </a:ext>
              </a:extLst>
            </p:cNvPr>
            <p:cNvSpPr txBox="1"/>
            <p:nvPr/>
          </p:nvSpPr>
          <p:spPr>
            <a:xfrm>
              <a:off x="5508660" y="6448367"/>
              <a:ext cx="311163" cy="238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cxnSp>
          <p:nvCxnSpPr>
            <p:cNvPr id="270" name="Conector: Curvo 269">
              <a:extLst>
                <a:ext uri="{FF2B5EF4-FFF2-40B4-BE49-F238E27FC236}">
                  <a16:creationId xmlns:a16="http://schemas.microsoft.com/office/drawing/2014/main" id="{989754D8-3269-A84D-0243-8ECFC6561260}"/>
                </a:ext>
              </a:extLst>
            </p:cNvPr>
            <p:cNvCxnSpPr>
              <a:stCxn id="43" idx="6"/>
              <a:endCxn id="41" idx="3"/>
            </p:cNvCxnSpPr>
            <p:nvPr/>
          </p:nvCxnSpPr>
          <p:spPr>
            <a:xfrm flipV="1">
              <a:off x="5589231" y="5783223"/>
              <a:ext cx="78601" cy="628999"/>
            </a:xfrm>
            <a:prstGeom prst="curvedConnector3">
              <a:avLst>
                <a:gd name="adj1" fmla="val 390836"/>
              </a:avLst>
            </a:prstGeom>
            <a:ln w="2540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ector: Curvo 271">
              <a:extLst>
                <a:ext uri="{FF2B5EF4-FFF2-40B4-BE49-F238E27FC236}">
                  <a16:creationId xmlns:a16="http://schemas.microsoft.com/office/drawing/2014/main" id="{E09F6AF8-850C-34BA-3E68-8E5ADF19340C}"/>
                </a:ext>
              </a:extLst>
            </p:cNvPr>
            <p:cNvCxnSpPr>
              <a:stCxn id="41" idx="1"/>
              <a:endCxn id="43" idx="2"/>
            </p:cNvCxnSpPr>
            <p:nvPr/>
          </p:nvCxnSpPr>
          <p:spPr>
            <a:xfrm rot="10800000" flipH="1" flipV="1">
              <a:off x="4621129" y="5783222"/>
              <a:ext cx="17547" cy="628999"/>
            </a:xfrm>
            <a:prstGeom prst="curvedConnector3">
              <a:avLst>
                <a:gd name="adj1" fmla="val -1302787"/>
              </a:avLst>
            </a:prstGeom>
            <a:ln w="2540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Agrupar 300">
            <a:extLst>
              <a:ext uri="{FF2B5EF4-FFF2-40B4-BE49-F238E27FC236}">
                <a16:creationId xmlns:a16="http://schemas.microsoft.com/office/drawing/2014/main" id="{6D27C80D-0736-8801-65DA-EE59614B5794}"/>
              </a:ext>
            </a:extLst>
          </p:cNvPr>
          <p:cNvGrpSpPr/>
          <p:nvPr/>
        </p:nvGrpSpPr>
        <p:grpSpPr>
          <a:xfrm>
            <a:off x="6442679" y="1276089"/>
            <a:ext cx="1124190" cy="1049966"/>
            <a:chOff x="6442679" y="1532725"/>
            <a:chExt cx="1124191" cy="1104015"/>
          </a:xfrm>
        </p:grpSpPr>
        <p:grpSp>
          <p:nvGrpSpPr>
            <p:cNvPr id="236" name="Agrupar 235">
              <a:extLst>
                <a:ext uri="{FF2B5EF4-FFF2-40B4-BE49-F238E27FC236}">
                  <a16:creationId xmlns:a16="http://schemas.microsoft.com/office/drawing/2014/main" id="{6714C1F6-5DB6-FE7B-84E1-37A7E5FB73E5}"/>
                </a:ext>
              </a:extLst>
            </p:cNvPr>
            <p:cNvGrpSpPr/>
            <p:nvPr/>
          </p:nvGrpSpPr>
          <p:grpSpPr>
            <a:xfrm>
              <a:off x="6442679" y="1532725"/>
              <a:ext cx="1046703" cy="1104015"/>
              <a:chOff x="6442679" y="1532725"/>
              <a:chExt cx="1046703" cy="1104015"/>
            </a:xfrm>
          </p:grpSpPr>
          <p:sp>
            <p:nvSpPr>
              <p:cNvPr id="19" name="Fluxograma: Conector 18">
                <a:extLst>
                  <a:ext uri="{FF2B5EF4-FFF2-40B4-BE49-F238E27FC236}">
                    <a16:creationId xmlns:a16="http://schemas.microsoft.com/office/drawing/2014/main" id="{4CE35D0B-2AE1-23A4-9E58-EF08772D5940}"/>
                  </a:ext>
                </a:extLst>
              </p:cNvPr>
              <p:cNvSpPr/>
              <p:nvPr/>
            </p:nvSpPr>
            <p:spPr>
              <a:xfrm>
                <a:off x="6647361" y="1896512"/>
                <a:ext cx="725715" cy="740228"/>
              </a:xfrm>
              <a:prstGeom prst="flowChartConnector">
                <a:avLst/>
              </a:prstGeom>
              <a:noFill/>
              <a:ln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Aux. </a:t>
                </a:r>
              </a:p>
              <a:p>
                <a:pPr algn="ctr"/>
                <a:r>
                  <a:rPr lang="pt-BR" sz="9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Almoxarife</a:t>
                </a:r>
              </a:p>
            </p:txBody>
          </p:sp>
          <p:cxnSp>
            <p:nvCxnSpPr>
              <p:cNvPr id="187" name="Conector: Curvo 186">
                <a:extLst>
                  <a:ext uri="{FF2B5EF4-FFF2-40B4-BE49-F238E27FC236}">
                    <a16:creationId xmlns:a16="http://schemas.microsoft.com/office/drawing/2014/main" id="{BF4787BD-D71B-ABCD-998B-E8E4C23E5312}"/>
                  </a:ext>
                </a:extLst>
              </p:cNvPr>
              <p:cNvCxnSpPr>
                <a:stCxn id="19" idx="2"/>
                <a:endCxn id="17" idx="1"/>
              </p:cNvCxnSpPr>
              <p:nvPr/>
            </p:nvCxnSpPr>
            <p:spPr>
              <a:xfrm rot="10800000">
                <a:off x="6442679" y="1532725"/>
                <a:ext cx="204682" cy="733901"/>
              </a:xfrm>
              <a:prstGeom prst="curvedConnector3">
                <a:avLst>
                  <a:gd name="adj1" fmla="val 211685"/>
                </a:avLst>
              </a:prstGeom>
              <a:ln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Conector: Curvo 233">
                <a:extLst>
                  <a:ext uri="{FF2B5EF4-FFF2-40B4-BE49-F238E27FC236}">
                    <a16:creationId xmlns:a16="http://schemas.microsoft.com/office/drawing/2014/main" id="{197B53AD-EE19-96D3-5717-B37B8E4CC970}"/>
                  </a:ext>
                </a:extLst>
              </p:cNvPr>
              <p:cNvCxnSpPr>
                <a:stCxn id="17" idx="3"/>
                <a:endCxn id="19" idx="6"/>
              </p:cNvCxnSpPr>
              <p:nvPr/>
            </p:nvCxnSpPr>
            <p:spPr>
              <a:xfrm flipH="1">
                <a:off x="7373076" y="1532725"/>
                <a:ext cx="116306" cy="733901"/>
              </a:xfrm>
              <a:prstGeom prst="curvedConnector3">
                <a:avLst>
                  <a:gd name="adj1" fmla="val -196550"/>
                </a:avLst>
              </a:prstGeom>
              <a:ln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5" name="CaixaDeTexto 294">
              <a:extLst>
                <a:ext uri="{FF2B5EF4-FFF2-40B4-BE49-F238E27FC236}">
                  <a16:creationId xmlns:a16="http://schemas.microsoft.com/office/drawing/2014/main" id="{150910C1-DA78-DF0D-519D-8C6082B35557}"/>
                </a:ext>
              </a:extLst>
            </p:cNvPr>
            <p:cNvSpPr txBox="1"/>
            <p:nvPr/>
          </p:nvSpPr>
          <p:spPr>
            <a:xfrm>
              <a:off x="7255708" y="1888058"/>
              <a:ext cx="311162" cy="24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298" name="Agrupar 297">
            <a:extLst>
              <a:ext uri="{FF2B5EF4-FFF2-40B4-BE49-F238E27FC236}">
                <a16:creationId xmlns:a16="http://schemas.microsoft.com/office/drawing/2014/main" id="{A9AA5893-0804-D79E-0E03-7C17E9901BF0}"/>
              </a:ext>
            </a:extLst>
          </p:cNvPr>
          <p:cNvGrpSpPr/>
          <p:nvPr/>
        </p:nvGrpSpPr>
        <p:grpSpPr>
          <a:xfrm>
            <a:off x="1141849" y="119184"/>
            <a:ext cx="993439" cy="1142420"/>
            <a:chOff x="1139099" y="317014"/>
            <a:chExt cx="996189" cy="1199772"/>
          </a:xfrm>
        </p:grpSpPr>
        <p:grpSp>
          <p:nvGrpSpPr>
            <p:cNvPr id="225" name="Agrupar 224">
              <a:extLst>
                <a:ext uri="{FF2B5EF4-FFF2-40B4-BE49-F238E27FC236}">
                  <a16:creationId xmlns:a16="http://schemas.microsoft.com/office/drawing/2014/main" id="{34C287D8-063F-9BB6-EF52-FF8FF34244ED}"/>
                </a:ext>
              </a:extLst>
            </p:cNvPr>
            <p:cNvGrpSpPr/>
            <p:nvPr/>
          </p:nvGrpSpPr>
          <p:grpSpPr>
            <a:xfrm>
              <a:off x="1139099" y="337459"/>
              <a:ext cx="946287" cy="1179327"/>
              <a:chOff x="1139099" y="337459"/>
              <a:chExt cx="946287" cy="1179327"/>
            </a:xfrm>
          </p:grpSpPr>
          <p:sp>
            <p:nvSpPr>
              <p:cNvPr id="11" name="Fluxograma: Conector 10">
                <a:extLst>
                  <a:ext uri="{FF2B5EF4-FFF2-40B4-BE49-F238E27FC236}">
                    <a16:creationId xmlns:a16="http://schemas.microsoft.com/office/drawing/2014/main" id="{B0A1CD48-D90B-6E2E-F8FB-F1A2EF466CF4}"/>
                  </a:ext>
                </a:extLst>
              </p:cNvPr>
              <p:cNvSpPr/>
              <p:nvPr/>
            </p:nvSpPr>
            <p:spPr>
              <a:xfrm>
                <a:off x="1200017" y="337459"/>
                <a:ext cx="725715" cy="740228"/>
              </a:xfrm>
              <a:prstGeom prst="flowChartConnector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Aux. </a:t>
                </a:r>
              </a:p>
              <a:p>
                <a:pPr algn="ctr"/>
                <a:r>
                  <a:rPr lang="pt-BR" sz="900" dirty="0" err="1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Adm</a:t>
                </a:r>
                <a:endParaRPr lang="pt-BR" sz="9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7" name="Conector: Curvo 176">
                <a:extLst>
                  <a:ext uri="{FF2B5EF4-FFF2-40B4-BE49-F238E27FC236}">
                    <a16:creationId xmlns:a16="http://schemas.microsoft.com/office/drawing/2014/main" id="{AC15B8D5-4312-B2BE-EF5D-A78F05665951}"/>
                  </a:ext>
                </a:extLst>
              </p:cNvPr>
              <p:cNvCxnSpPr>
                <a:stCxn id="11" idx="2"/>
                <a:endCxn id="8" idx="1"/>
              </p:cNvCxnSpPr>
              <p:nvPr/>
            </p:nvCxnSpPr>
            <p:spPr>
              <a:xfrm rot="10800000" flipV="1">
                <a:off x="1139099" y="707572"/>
                <a:ext cx="60918" cy="809213"/>
              </a:xfrm>
              <a:prstGeom prst="curvedConnector3">
                <a:avLst>
                  <a:gd name="adj1" fmla="val 475259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Conector: Curvo 223">
                <a:extLst>
                  <a:ext uri="{FF2B5EF4-FFF2-40B4-BE49-F238E27FC236}">
                    <a16:creationId xmlns:a16="http://schemas.microsoft.com/office/drawing/2014/main" id="{7E01FA2E-FD54-4812-284B-F2D7072E2077}"/>
                  </a:ext>
                </a:extLst>
              </p:cNvPr>
              <p:cNvCxnSpPr>
                <a:stCxn id="8" idx="3"/>
                <a:endCxn id="11" idx="6"/>
              </p:cNvCxnSpPr>
              <p:nvPr/>
            </p:nvCxnSpPr>
            <p:spPr>
              <a:xfrm flipH="1" flipV="1">
                <a:off x="1925732" y="707573"/>
                <a:ext cx="159654" cy="809213"/>
              </a:xfrm>
              <a:prstGeom prst="curvedConnector3">
                <a:avLst>
                  <a:gd name="adj1" fmla="val -143185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6" name="CaixaDeTexto 295">
              <a:extLst>
                <a:ext uri="{FF2B5EF4-FFF2-40B4-BE49-F238E27FC236}">
                  <a16:creationId xmlns:a16="http://schemas.microsoft.com/office/drawing/2014/main" id="{298D7F24-5942-518D-0D4E-5839DCB237F2}"/>
                </a:ext>
              </a:extLst>
            </p:cNvPr>
            <p:cNvSpPr txBox="1"/>
            <p:nvPr/>
          </p:nvSpPr>
          <p:spPr>
            <a:xfrm>
              <a:off x="1824126" y="317014"/>
              <a:ext cx="311162" cy="2424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299" name="Agrupar 298">
            <a:extLst>
              <a:ext uri="{FF2B5EF4-FFF2-40B4-BE49-F238E27FC236}">
                <a16:creationId xmlns:a16="http://schemas.microsoft.com/office/drawing/2014/main" id="{2581C2BC-AB1C-1EA8-48A4-534F873E84F8}"/>
              </a:ext>
            </a:extLst>
          </p:cNvPr>
          <p:cNvGrpSpPr/>
          <p:nvPr/>
        </p:nvGrpSpPr>
        <p:grpSpPr>
          <a:xfrm>
            <a:off x="3841692" y="122776"/>
            <a:ext cx="1121047" cy="1146088"/>
            <a:chOff x="3831500" y="320417"/>
            <a:chExt cx="1131240" cy="1205084"/>
          </a:xfrm>
        </p:grpSpPr>
        <p:grpSp>
          <p:nvGrpSpPr>
            <p:cNvPr id="228" name="Agrupar 227">
              <a:extLst>
                <a:ext uri="{FF2B5EF4-FFF2-40B4-BE49-F238E27FC236}">
                  <a16:creationId xmlns:a16="http://schemas.microsoft.com/office/drawing/2014/main" id="{504423D5-5E43-910D-CE70-1795BB515699}"/>
                </a:ext>
              </a:extLst>
            </p:cNvPr>
            <p:cNvGrpSpPr/>
            <p:nvPr/>
          </p:nvGrpSpPr>
          <p:grpSpPr>
            <a:xfrm>
              <a:off x="3831500" y="344719"/>
              <a:ext cx="946289" cy="1180782"/>
              <a:chOff x="3831500" y="344719"/>
              <a:chExt cx="946289" cy="1180782"/>
            </a:xfrm>
          </p:grpSpPr>
          <p:sp>
            <p:nvSpPr>
              <p:cNvPr id="13" name="Fluxograma: Conector 12">
                <a:extLst>
                  <a:ext uri="{FF2B5EF4-FFF2-40B4-BE49-F238E27FC236}">
                    <a16:creationId xmlns:a16="http://schemas.microsoft.com/office/drawing/2014/main" id="{A4EA7CE4-E1FC-524D-B530-4CB5485A9E33}"/>
                  </a:ext>
                </a:extLst>
              </p:cNvPr>
              <p:cNvSpPr/>
              <p:nvPr/>
            </p:nvSpPr>
            <p:spPr>
              <a:xfrm>
                <a:off x="3906924" y="344719"/>
                <a:ext cx="725715" cy="740228"/>
              </a:xfrm>
              <a:prstGeom prst="flowChartConnector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Aux. </a:t>
                </a:r>
              </a:p>
              <a:p>
                <a:pPr algn="ctr"/>
                <a:r>
                  <a:rPr lang="pt-BR" sz="9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Adm.</a:t>
                </a:r>
              </a:p>
            </p:txBody>
          </p:sp>
          <p:cxnSp>
            <p:nvCxnSpPr>
              <p:cNvPr id="182" name="Conector: Curvo 181">
                <a:extLst>
                  <a:ext uri="{FF2B5EF4-FFF2-40B4-BE49-F238E27FC236}">
                    <a16:creationId xmlns:a16="http://schemas.microsoft.com/office/drawing/2014/main" id="{4D299A4F-0773-5AD5-E41D-1BF01B6ACA69}"/>
                  </a:ext>
                </a:extLst>
              </p:cNvPr>
              <p:cNvCxnSpPr>
                <a:stCxn id="13" idx="2"/>
                <a:endCxn id="16" idx="1"/>
              </p:cNvCxnSpPr>
              <p:nvPr/>
            </p:nvCxnSpPr>
            <p:spPr>
              <a:xfrm rot="10800000" flipV="1">
                <a:off x="3831502" y="714833"/>
                <a:ext cx="75422" cy="810668"/>
              </a:xfrm>
              <a:prstGeom prst="curvedConnector3">
                <a:avLst>
                  <a:gd name="adj1" fmla="val 403095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Conector: Curvo 226">
                <a:extLst>
                  <a:ext uri="{FF2B5EF4-FFF2-40B4-BE49-F238E27FC236}">
                    <a16:creationId xmlns:a16="http://schemas.microsoft.com/office/drawing/2014/main" id="{6D528CE7-9BE6-0A48-0482-FDDA63C4B3C3}"/>
                  </a:ext>
                </a:extLst>
              </p:cNvPr>
              <p:cNvCxnSpPr>
                <a:stCxn id="16" idx="3"/>
                <a:endCxn id="13" idx="6"/>
              </p:cNvCxnSpPr>
              <p:nvPr/>
            </p:nvCxnSpPr>
            <p:spPr>
              <a:xfrm flipH="1" flipV="1">
                <a:off x="4632639" y="714833"/>
                <a:ext cx="145150" cy="810668"/>
              </a:xfrm>
              <a:prstGeom prst="curvedConnector3">
                <a:avLst>
                  <a:gd name="adj1" fmla="val -157492"/>
                </a:avLst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" name="CaixaDeTexto 296">
              <a:extLst>
                <a:ext uri="{FF2B5EF4-FFF2-40B4-BE49-F238E27FC236}">
                  <a16:creationId xmlns:a16="http://schemas.microsoft.com/office/drawing/2014/main" id="{1AFE5E84-5BD9-42D5-92B0-E6D4BBE0176E}"/>
                </a:ext>
              </a:extLst>
            </p:cNvPr>
            <p:cNvSpPr txBox="1"/>
            <p:nvPr/>
          </p:nvSpPr>
          <p:spPr>
            <a:xfrm>
              <a:off x="4651578" y="320417"/>
              <a:ext cx="311162" cy="242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303" name="Agrupar 302">
            <a:extLst>
              <a:ext uri="{FF2B5EF4-FFF2-40B4-BE49-F238E27FC236}">
                <a16:creationId xmlns:a16="http://schemas.microsoft.com/office/drawing/2014/main" id="{8824C621-8CDE-B361-B0F6-8B563FB8E671}"/>
              </a:ext>
            </a:extLst>
          </p:cNvPr>
          <p:cNvGrpSpPr/>
          <p:nvPr/>
        </p:nvGrpSpPr>
        <p:grpSpPr>
          <a:xfrm>
            <a:off x="8953597" y="1259906"/>
            <a:ext cx="1488870" cy="1084586"/>
            <a:chOff x="8451651" y="-67281"/>
            <a:chExt cx="1501246" cy="1140663"/>
          </a:xfrm>
        </p:grpSpPr>
        <p:grpSp>
          <p:nvGrpSpPr>
            <p:cNvPr id="239" name="Agrupar 238">
              <a:extLst>
                <a:ext uri="{FF2B5EF4-FFF2-40B4-BE49-F238E27FC236}">
                  <a16:creationId xmlns:a16="http://schemas.microsoft.com/office/drawing/2014/main" id="{A2696B77-3F25-945A-E43F-8408B0D42324}"/>
                </a:ext>
              </a:extLst>
            </p:cNvPr>
            <p:cNvGrpSpPr/>
            <p:nvPr/>
          </p:nvGrpSpPr>
          <p:grpSpPr>
            <a:xfrm>
              <a:off x="8451651" y="-67281"/>
              <a:ext cx="1310738" cy="1140663"/>
              <a:chOff x="8451651" y="-67281"/>
              <a:chExt cx="1310738" cy="1140663"/>
            </a:xfrm>
          </p:grpSpPr>
          <p:sp>
            <p:nvSpPr>
              <p:cNvPr id="28" name="Fluxograma: Conector 27">
                <a:extLst>
                  <a:ext uri="{FF2B5EF4-FFF2-40B4-BE49-F238E27FC236}">
                    <a16:creationId xmlns:a16="http://schemas.microsoft.com/office/drawing/2014/main" id="{B6DEAF05-61E8-A664-CBC4-88CE4D5E1E04}"/>
                  </a:ext>
                </a:extLst>
              </p:cNvPr>
              <p:cNvSpPr/>
              <p:nvPr/>
            </p:nvSpPr>
            <p:spPr>
              <a:xfrm>
                <a:off x="9036674" y="333154"/>
                <a:ext cx="725715" cy="740228"/>
              </a:xfrm>
              <a:prstGeom prst="flowChartConnector">
                <a:avLst/>
              </a:prstGeom>
              <a:ln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rgbClr val="FF006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Aux. </a:t>
                </a:r>
              </a:p>
              <a:p>
                <a:pPr algn="ctr"/>
                <a:r>
                  <a:rPr lang="pt-BR" sz="900" dirty="0" smtClean="0">
                    <a:solidFill>
                      <a:srgbClr val="FF006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Almoxarife.</a:t>
                </a:r>
                <a:endParaRPr lang="pt-BR" sz="900" dirty="0">
                  <a:solidFill>
                    <a:srgbClr val="FF006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96" name="Conector: Curvo 195">
                <a:extLst>
                  <a:ext uri="{FF2B5EF4-FFF2-40B4-BE49-F238E27FC236}">
                    <a16:creationId xmlns:a16="http://schemas.microsoft.com/office/drawing/2014/main" id="{491BCEA4-2AE8-B7D2-435E-3D30DB2D2F0A}"/>
                  </a:ext>
                </a:extLst>
              </p:cNvPr>
              <p:cNvCxnSpPr>
                <a:stCxn id="28" idx="2"/>
                <a:endCxn id="20" idx="1"/>
              </p:cNvCxnSpPr>
              <p:nvPr/>
            </p:nvCxnSpPr>
            <p:spPr>
              <a:xfrm rot="10800000">
                <a:off x="8451651" y="-67281"/>
                <a:ext cx="585023" cy="770549"/>
              </a:xfrm>
              <a:prstGeom prst="curvedConnector3">
                <a:avLst>
                  <a:gd name="adj1" fmla="val 116285"/>
                </a:avLst>
              </a:prstGeom>
              <a:ln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Conector: Curvo 237">
                <a:extLst>
                  <a:ext uri="{FF2B5EF4-FFF2-40B4-BE49-F238E27FC236}">
                    <a16:creationId xmlns:a16="http://schemas.microsoft.com/office/drawing/2014/main" id="{6F852A1F-8F0E-25D9-BB9D-5EC4635198EE}"/>
                  </a:ext>
                </a:extLst>
              </p:cNvPr>
              <p:cNvCxnSpPr>
                <a:stCxn id="20" idx="3"/>
                <a:endCxn id="28" idx="6"/>
              </p:cNvCxnSpPr>
              <p:nvPr/>
            </p:nvCxnSpPr>
            <p:spPr>
              <a:xfrm>
                <a:off x="9380606" y="-67281"/>
                <a:ext cx="381782" cy="770549"/>
              </a:xfrm>
              <a:prstGeom prst="curvedConnector3">
                <a:avLst>
                  <a:gd name="adj1" fmla="val 160375"/>
                </a:avLst>
              </a:prstGeom>
              <a:ln>
                <a:solidFill>
                  <a:srgbClr val="FF0000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2" name="CaixaDeTexto 301">
              <a:extLst>
                <a:ext uri="{FF2B5EF4-FFF2-40B4-BE49-F238E27FC236}">
                  <a16:creationId xmlns:a16="http://schemas.microsoft.com/office/drawing/2014/main" id="{8ADB007F-FC11-4DF9-EDF1-84755956AE73}"/>
                </a:ext>
              </a:extLst>
            </p:cNvPr>
            <p:cNvSpPr txBox="1"/>
            <p:nvPr/>
          </p:nvSpPr>
          <p:spPr>
            <a:xfrm>
              <a:off x="9641735" y="324235"/>
              <a:ext cx="311162" cy="242767"/>
            </a:xfrm>
            <a:prstGeom prst="rect">
              <a:avLst/>
            </a:prstGeom>
            <a:ln>
              <a:noFill/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r>
                <a:rPr lang="pt-BR" sz="900" b="1" dirty="0">
                  <a:solidFill>
                    <a:srgbClr val="FF0066"/>
                  </a:solidFill>
                </a:rPr>
                <a:t>6</a:t>
              </a:r>
            </a:p>
          </p:txBody>
        </p:sp>
      </p:grpSp>
      <p:cxnSp>
        <p:nvCxnSpPr>
          <p:cNvPr id="280" name="Conector: Curvo 279">
            <a:extLst>
              <a:ext uri="{FF2B5EF4-FFF2-40B4-BE49-F238E27FC236}">
                <a16:creationId xmlns:a16="http://schemas.microsoft.com/office/drawing/2014/main" id="{DFCF5478-10E5-6A63-5B67-CD70BF420685}"/>
              </a:ext>
            </a:extLst>
          </p:cNvPr>
          <p:cNvCxnSpPr>
            <a:stCxn id="42" idx="2"/>
            <a:endCxn id="45" idx="1"/>
          </p:cNvCxnSpPr>
          <p:nvPr/>
        </p:nvCxnSpPr>
        <p:spPr>
          <a:xfrm rot="10800000">
            <a:off x="6231448" y="4414031"/>
            <a:ext cx="194240" cy="765023"/>
          </a:xfrm>
          <a:prstGeom prst="curvedConnector3">
            <a:avLst>
              <a:gd name="adj1" fmla="val 217689"/>
            </a:avLst>
          </a:prstGeom>
          <a:ln>
            <a:solidFill>
              <a:srgbClr val="FF0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ector: Curvo 281">
            <a:extLst>
              <a:ext uri="{FF2B5EF4-FFF2-40B4-BE49-F238E27FC236}">
                <a16:creationId xmlns:a16="http://schemas.microsoft.com/office/drawing/2014/main" id="{47A15D68-E5C5-CEB1-3284-AE0F6B635382}"/>
              </a:ext>
            </a:extLst>
          </p:cNvPr>
          <p:cNvCxnSpPr>
            <a:stCxn id="45" idx="3"/>
            <a:endCxn id="42" idx="6"/>
          </p:cNvCxnSpPr>
          <p:nvPr/>
        </p:nvCxnSpPr>
        <p:spPr>
          <a:xfrm flipH="1">
            <a:off x="7063626" y="4414030"/>
            <a:ext cx="214524" cy="765023"/>
          </a:xfrm>
          <a:prstGeom prst="curvedConnector3">
            <a:avLst>
              <a:gd name="adj1" fmla="val -106562"/>
            </a:avLst>
          </a:prstGeom>
          <a:ln>
            <a:solidFill>
              <a:srgbClr val="FF0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0" name="Agrupar 309">
            <a:extLst>
              <a:ext uri="{FF2B5EF4-FFF2-40B4-BE49-F238E27FC236}">
                <a16:creationId xmlns:a16="http://schemas.microsoft.com/office/drawing/2014/main" id="{13B8C77A-2674-4C57-9465-91A59843C472}"/>
              </a:ext>
            </a:extLst>
          </p:cNvPr>
          <p:cNvGrpSpPr/>
          <p:nvPr/>
        </p:nvGrpSpPr>
        <p:grpSpPr>
          <a:xfrm>
            <a:off x="6206089" y="4812739"/>
            <a:ext cx="1053156" cy="1102564"/>
            <a:chOff x="4637700" y="4476842"/>
            <a:chExt cx="1198065" cy="1375934"/>
          </a:xfrm>
        </p:grpSpPr>
        <p:sp>
          <p:nvSpPr>
            <p:cNvPr id="42" name="Fluxograma: Conector 41">
              <a:extLst>
                <a:ext uri="{FF2B5EF4-FFF2-40B4-BE49-F238E27FC236}">
                  <a16:creationId xmlns:a16="http://schemas.microsoft.com/office/drawing/2014/main" id="{D187D9A9-1228-D8E9-9AB8-F86547BD396B}"/>
                </a:ext>
              </a:extLst>
            </p:cNvPr>
            <p:cNvSpPr/>
            <p:nvPr/>
          </p:nvSpPr>
          <p:spPr>
            <a:xfrm>
              <a:off x="4887514" y="4563866"/>
              <a:ext cx="725715" cy="740228"/>
            </a:xfrm>
            <a:prstGeom prst="flowChartConnector">
              <a:avLst/>
            </a:prstGeom>
            <a:noFill/>
            <a:ln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rgbClr val="FF00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Aux. </a:t>
              </a:r>
            </a:p>
            <a:p>
              <a:pPr algn="ctr"/>
              <a:r>
                <a:rPr lang="pt-BR" sz="900" dirty="0" err="1">
                  <a:solidFill>
                    <a:srgbClr val="FF00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Far</a:t>
              </a:r>
              <a:r>
                <a:rPr lang="pt-BR" sz="900" dirty="0">
                  <a:solidFill>
                    <a:srgbClr val="FF00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cxnSp>
          <p:nvCxnSpPr>
            <p:cNvPr id="276" name="Conector: Curvo 275">
              <a:extLst>
                <a:ext uri="{FF2B5EF4-FFF2-40B4-BE49-F238E27FC236}">
                  <a16:creationId xmlns:a16="http://schemas.microsoft.com/office/drawing/2014/main" id="{5A81B107-4728-2317-1147-1D38372C953D}"/>
                </a:ext>
              </a:extLst>
            </p:cNvPr>
            <p:cNvCxnSpPr>
              <a:stCxn id="42" idx="2"/>
              <a:endCxn id="41" idx="1"/>
            </p:cNvCxnSpPr>
            <p:nvPr/>
          </p:nvCxnSpPr>
          <p:spPr>
            <a:xfrm rot="10800000" flipV="1">
              <a:off x="4637700" y="4933980"/>
              <a:ext cx="249814" cy="918796"/>
            </a:xfrm>
            <a:prstGeom prst="curvedConnector3">
              <a:avLst>
                <a:gd name="adj1" fmla="val 204099"/>
              </a:avLst>
            </a:prstGeom>
            <a:ln>
              <a:solidFill>
                <a:srgbClr val="FF006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ector: Curvo 277">
              <a:extLst>
                <a:ext uri="{FF2B5EF4-FFF2-40B4-BE49-F238E27FC236}">
                  <a16:creationId xmlns:a16="http://schemas.microsoft.com/office/drawing/2014/main" id="{97DAA308-1594-CD3F-2E96-A6DDDB81B83D}"/>
                </a:ext>
              </a:extLst>
            </p:cNvPr>
            <p:cNvCxnSpPr>
              <a:stCxn id="41" idx="3"/>
              <a:endCxn id="42" idx="6"/>
            </p:cNvCxnSpPr>
            <p:nvPr/>
          </p:nvCxnSpPr>
          <p:spPr>
            <a:xfrm flipH="1" flipV="1">
              <a:off x="5613229" y="4933980"/>
              <a:ext cx="215195" cy="918796"/>
            </a:xfrm>
            <a:prstGeom prst="curvedConnector3">
              <a:avLst>
                <a:gd name="adj1" fmla="val -120846"/>
              </a:avLst>
            </a:prstGeom>
            <a:ln>
              <a:solidFill>
                <a:srgbClr val="FF006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CaixaDeTexto 308">
              <a:extLst>
                <a:ext uri="{FF2B5EF4-FFF2-40B4-BE49-F238E27FC236}">
                  <a16:creationId xmlns:a16="http://schemas.microsoft.com/office/drawing/2014/main" id="{EC332408-E247-BBFC-8818-91C680D0D6E1}"/>
                </a:ext>
              </a:extLst>
            </p:cNvPr>
            <p:cNvSpPr txBox="1"/>
            <p:nvPr/>
          </p:nvSpPr>
          <p:spPr>
            <a:xfrm>
              <a:off x="5417243" y="4476842"/>
              <a:ext cx="418522" cy="288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 smtClean="0">
                  <a:solidFill>
                    <a:srgbClr val="FF0066"/>
                  </a:solidFill>
                </a:rPr>
                <a:t>2</a:t>
              </a:r>
              <a:endParaRPr lang="pt-BR" sz="900" b="1" dirty="0">
                <a:solidFill>
                  <a:srgbClr val="FF0066"/>
                </a:solidFill>
              </a:endParaRPr>
            </a:p>
          </p:txBody>
        </p:sp>
      </p:grpSp>
      <p:sp>
        <p:nvSpPr>
          <p:cNvPr id="319" name="Fluxograma: Conector 318">
            <a:extLst>
              <a:ext uri="{FF2B5EF4-FFF2-40B4-BE49-F238E27FC236}">
                <a16:creationId xmlns:a16="http://schemas.microsoft.com/office/drawing/2014/main" id="{C794940C-217F-259A-E54D-09D6A78AB32A}"/>
              </a:ext>
            </a:extLst>
          </p:cNvPr>
          <p:cNvSpPr/>
          <p:nvPr/>
        </p:nvSpPr>
        <p:spPr>
          <a:xfrm flipH="1" flipV="1">
            <a:off x="9384859" y="3192961"/>
            <a:ext cx="77826" cy="151837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/>
          </a:p>
        </p:txBody>
      </p:sp>
      <p:sp>
        <p:nvSpPr>
          <p:cNvPr id="320" name="CaixaDeTexto 319">
            <a:extLst>
              <a:ext uri="{FF2B5EF4-FFF2-40B4-BE49-F238E27FC236}">
                <a16:creationId xmlns:a16="http://schemas.microsoft.com/office/drawing/2014/main" id="{60FE1456-01A9-2434-88A1-C31D0E6654CF}"/>
              </a:ext>
            </a:extLst>
          </p:cNvPr>
          <p:cNvSpPr txBox="1"/>
          <p:nvPr/>
        </p:nvSpPr>
        <p:spPr>
          <a:xfrm>
            <a:off x="9311682" y="2953672"/>
            <a:ext cx="2742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3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10366866" y="1105251"/>
            <a:ext cx="151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/>
              <a:t>C</a:t>
            </a:r>
            <a:endParaRPr lang="pt-BR" sz="900" b="1" dirty="0"/>
          </a:p>
        </p:txBody>
      </p:sp>
      <p:cxnSp>
        <p:nvCxnSpPr>
          <p:cNvPr id="342" name="Conector: Curvo 122">
            <a:extLst>
              <a:ext uri="{FF2B5EF4-FFF2-40B4-BE49-F238E27FC236}">
                <a16:creationId xmlns:a16="http://schemas.microsoft.com/office/drawing/2014/main" id="{B0999567-D786-712A-8829-E0B1C5D649E5}"/>
              </a:ext>
            </a:extLst>
          </p:cNvPr>
          <p:cNvCxnSpPr>
            <a:stCxn id="38" idx="3"/>
            <a:endCxn id="44" idx="2"/>
          </p:cNvCxnSpPr>
          <p:nvPr/>
        </p:nvCxnSpPr>
        <p:spPr>
          <a:xfrm flipV="1">
            <a:off x="2292983" y="4406186"/>
            <a:ext cx="1945762" cy="117565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Retângulo 376"/>
          <p:cNvSpPr/>
          <p:nvPr/>
        </p:nvSpPr>
        <p:spPr>
          <a:xfrm>
            <a:off x="7083858" y="4562118"/>
            <a:ext cx="183951" cy="167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0</a:t>
            </a:r>
            <a:endParaRPr lang="pt-BR" dirty="0"/>
          </a:p>
        </p:txBody>
      </p:sp>
      <p:sp>
        <p:nvSpPr>
          <p:cNvPr id="378" name="Retângulo 377"/>
          <p:cNvSpPr/>
          <p:nvPr/>
        </p:nvSpPr>
        <p:spPr>
          <a:xfrm>
            <a:off x="7057225" y="6067657"/>
            <a:ext cx="183951" cy="167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  <a:endParaRPr lang="pt-BR" dirty="0"/>
          </a:p>
        </p:txBody>
      </p:sp>
      <p:sp>
        <p:nvSpPr>
          <p:cNvPr id="379" name="CaixaDeTexto 378"/>
          <p:cNvSpPr txBox="1"/>
          <p:nvPr/>
        </p:nvSpPr>
        <p:spPr>
          <a:xfrm>
            <a:off x="2759265" y="5198208"/>
            <a:ext cx="1512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/>
              <a:t>E</a:t>
            </a:r>
            <a:endParaRPr lang="pt-BR" sz="900" b="1" dirty="0"/>
          </a:p>
        </p:txBody>
      </p:sp>
      <p:sp>
        <p:nvSpPr>
          <p:cNvPr id="380" name="CaixaDeTexto 379"/>
          <p:cNvSpPr txBox="1"/>
          <p:nvPr/>
        </p:nvSpPr>
        <p:spPr>
          <a:xfrm>
            <a:off x="2686337" y="5662611"/>
            <a:ext cx="1102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/>
              <a:t>F</a:t>
            </a:r>
            <a:endParaRPr lang="pt-BR" sz="900" b="1" dirty="0"/>
          </a:p>
        </p:txBody>
      </p:sp>
      <p:sp>
        <p:nvSpPr>
          <p:cNvPr id="173" name="Fluxograma: Processo 172">
            <a:extLst>
              <a:ext uri="{FF2B5EF4-FFF2-40B4-BE49-F238E27FC236}">
                <a16:creationId xmlns:a16="http://schemas.microsoft.com/office/drawing/2014/main" id="{837629D1-6C02-525B-0A3A-426E47A9C5BA}"/>
              </a:ext>
            </a:extLst>
          </p:cNvPr>
          <p:cNvSpPr/>
          <p:nvPr/>
        </p:nvSpPr>
        <p:spPr>
          <a:xfrm>
            <a:off x="1097464" y="1967913"/>
            <a:ext cx="946287" cy="621583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Recebimento </a:t>
            </a:r>
            <a:endParaRPr lang="pt-BR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6" name="Fluxograma: Conector 175">
            <a:extLst>
              <a:ext uri="{FF2B5EF4-FFF2-40B4-BE49-F238E27FC236}">
                <a16:creationId xmlns:a16="http://schemas.microsoft.com/office/drawing/2014/main" id="{95D506F5-81CB-40AE-E7C8-76BEFE7F2B73}"/>
              </a:ext>
            </a:extLst>
          </p:cNvPr>
          <p:cNvSpPr/>
          <p:nvPr/>
        </p:nvSpPr>
        <p:spPr>
          <a:xfrm>
            <a:off x="2292983" y="1885454"/>
            <a:ext cx="1089552" cy="79455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</a:t>
            </a:r>
            <a:r>
              <a:rPr lang="pt-BR" sz="900" dirty="0" smtClean="0">
                <a:solidFill>
                  <a:schemeClr val="tx1"/>
                </a:solidFill>
              </a:rPr>
              <a:t>conferência</a:t>
            </a:r>
            <a:endParaRPr lang="pt-BR" sz="900" dirty="0">
              <a:solidFill>
                <a:schemeClr val="tx1"/>
              </a:solidFill>
            </a:endParaRPr>
          </a:p>
        </p:txBody>
      </p:sp>
      <p:cxnSp>
        <p:nvCxnSpPr>
          <p:cNvPr id="178" name="Conector: Curvo 52">
            <a:extLst>
              <a:ext uri="{FF2B5EF4-FFF2-40B4-BE49-F238E27FC236}">
                <a16:creationId xmlns:a16="http://schemas.microsoft.com/office/drawing/2014/main" id="{24829B3E-D07E-1576-F535-5EC2298A5A2F}"/>
              </a:ext>
            </a:extLst>
          </p:cNvPr>
          <p:cNvCxnSpPr>
            <a:stCxn id="4" idx="6"/>
            <a:endCxn id="173" idx="1"/>
          </p:cNvCxnSpPr>
          <p:nvPr/>
        </p:nvCxnSpPr>
        <p:spPr>
          <a:xfrm>
            <a:off x="798718" y="2270337"/>
            <a:ext cx="298746" cy="836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ector: Curvo 52">
            <a:extLst>
              <a:ext uri="{FF2B5EF4-FFF2-40B4-BE49-F238E27FC236}">
                <a16:creationId xmlns:a16="http://schemas.microsoft.com/office/drawing/2014/main" id="{24829B3E-D07E-1576-F535-5EC2298A5A2F}"/>
              </a:ext>
            </a:extLst>
          </p:cNvPr>
          <p:cNvCxnSpPr>
            <a:stCxn id="173" idx="3"/>
            <a:endCxn id="176" idx="2"/>
          </p:cNvCxnSpPr>
          <p:nvPr/>
        </p:nvCxnSpPr>
        <p:spPr>
          <a:xfrm>
            <a:off x="2043751" y="2278705"/>
            <a:ext cx="249232" cy="4026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ector: Curvo 279">
            <a:extLst>
              <a:ext uri="{FF2B5EF4-FFF2-40B4-BE49-F238E27FC236}">
                <a16:creationId xmlns:a16="http://schemas.microsoft.com/office/drawing/2014/main" id="{DFCF5478-10E5-6A63-5B67-CD70BF420685}"/>
              </a:ext>
            </a:extLst>
          </p:cNvPr>
          <p:cNvCxnSpPr>
            <a:stCxn id="42" idx="3"/>
            <a:endCxn id="38" idx="1"/>
          </p:cNvCxnSpPr>
          <p:nvPr/>
        </p:nvCxnSpPr>
        <p:spPr>
          <a:xfrm rot="5400000">
            <a:off x="3786157" y="2848891"/>
            <a:ext cx="193078" cy="5272830"/>
          </a:xfrm>
          <a:prstGeom prst="curvedConnector4">
            <a:avLst>
              <a:gd name="adj1" fmla="val 381987"/>
              <a:gd name="adj2" fmla="val 104335"/>
            </a:avLst>
          </a:prstGeom>
          <a:ln>
            <a:solidFill>
              <a:srgbClr val="FF0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ector: Curvo 279">
            <a:extLst>
              <a:ext uri="{FF2B5EF4-FFF2-40B4-BE49-F238E27FC236}">
                <a16:creationId xmlns:a16="http://schemas.microsoft.com/office/drawing/2014/main" id="{DFCF5478-10E5-6A63-5B67-CD70BF420685}"/>
              </a:ext>
            </a:extLst>
          </p:cNvPr>
          <p:cNvCxnSpPr>
            <a:stCxn id="38" idx="3"/>
            <a:endCxn id="42" idx="2"/>
          </p:cNvCxnSpPr>
          <p:nvPr/>
        </p:nvCxnSpPr>
        <p:spPr>
          <a:xfrm flipV="1">
            <a:off x="2292983" y="5179053"/>
            <a:ext cx="4132704" cy="402792"/>
          </a:xfrm>
          <a:prstGeom prst="curvedConnector3">
            <a:avLst>
              <a:gd name="adj1" fmla="val 50000"/>
            </a:avLst>
          </a:prstGeom>
          <a:ln>
            <a:solidFill>
              <a:srgbClr val="FF0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: Curvo 237">
            <a:extLst>
              <a:ext uri="{FF2B5EF4-FFF2-40B4-BE49-F238E27FC236}">
                <a16:creationId xmlns:a16="http://schemas.microsoft.com/office/drawing/2014/main" id="{6F852A1F-8F0E-25D9-BB9D-5EC4635198EE}"/>
              </a:ext>
            </a:extLst>
          </p:cNvPr>
          <p:cNvCxnSpPr>
            <a:stCxn id="28" idx="6"/>
            <a:endCxn id="23" idx="3"/>
          </p:cNvCxnSpPr>
          <p:nvPr/>
        </p:nvCxnSpPr>
        <p:spPr>
          <a:xfrm>
            <a:off x="10253530" y="1992574"/>
            <a:ext cx="508249" cy="1295920"/>
          </a:xfrm>
          <a:prstGeom prst="curvedConnector3">
            <a:avLst>
              <a:gd name="adj1" fmla="val 144978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: Curvo 237">
            <a:extLst>
              <a:ext uri="{FF2B5EF4-FFF2-40B4-BE49-F238E27FC236}">
                <a16:creationId xmlns:a16="http://schemas.microsoft.com/office/drawing/2014/main" id="{6F852A1F-8F0E-25D9-BB9D-5EC4635198EE}"/>
              </a:ext>
            </a:extLst>
          </p:cNvPr>
          <p:cNvCxnSpPr>
            <a:stCxn id="28" idx="6"/>
            <a:endCxn id="24" idx="3"/>
          </p:cNvCxnSpPr>
          <p:nvPr/>
        </p:nvCxnSpPr>
        <p:spPr>
          <a:xfrm>
            <a:off x="10253528" y="1992574"/>
            <a:ext cx="1752387" cy="1295920"/>
          </a:xfrm>
          <a:prstGeom prst="curvedConnector3">
            <a:avLst>
              <a:gd name="adj1" fmla="val 106088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: Curvo 195">
            <a:extLst>
              <a:ext uri="{FF2B5EF4-FFF2-40B4-BE49-F238E27FC236}">
                <a16:creationId xmlns:a16="http://schemas.microsoft.com/office/drawing/2014/main" id="{491BCEA4-2AE8-B7D2-435E-3D30DB2D2F0A}"/>
              </a:ext>
            </a:extLst>
          </p:cNvPr>
          <p:cNvCxnSpPr>
            <a:stCxn id="23" idx="1"/>
            <a:endCxn id="28" idx="2"/>
          </p:cNvCxnSpPr>
          <p:nvPr/>
        </p:nvCxnSpPr>
        <p:spPr>
          <a:xfrm rot="10800000">
            <a:off x="9533797" y="1992574"/>
            <a:ext cx="310113" cy="1295920"/>
          </a:xfrm>
          <a:prstGeom prst="curvedConnector3">
            <a:avLst>
              <a:gd name="adj1" fmla="val 12064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ector: Curvo 195">
            <a:extLst>
              <a:ext uri="{FF2B5EF4-FFF2-40B4-BE49-F238E27FC236}">
                <a16:creationId xmlns:a16="http://schemas.microsoft.com/office/drawing/2014/main" id="{491BCEA4-2AE8-B7D2-435E-3D30DB2D2F0A}"/>
              </a:ext>
            </a:extLst>
          </p:cNvPr>
          <p:cNvCxnSpPr>
            <a:stCxn id="24" idx="1"/>
            <a:endCxn id="28" idx="6"/>
          </p:cNvCxnSpPr>
          <p:nvPr/>
        </p:nvCxnSpPr>
        <p:spPr>
          <a:xfrm rot="10800000">
            <a:off x="10253531" y="1992574"/>
            <a:ext cx="834515" cy="1295920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6424F1F7-A5EE-3801-DF4B-478FB7EE894D}"/>
              </a:ext>
            </a:extLst>
          </p:cNvPr>
          <p:cNvSpPr txBox="1"/>
          <p:nvPr/>
        </p:nvSpPr>
        <p:spPr>
          <a:xfrm>
            <a:off x="7581715" y="1073962"/>
            <a:ext cx="3955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smtClean="0"/>
              <a:t>A2</a:t>
            </a:r>
            <a:endParaRPr lang="pt-BR" sz="900" b="1" dirty="0"/>
          </a:p>
        </p:txBody>
      </p:sp>
      <p:cxnSp>
        <p:nvCxnSpPr>
          <p:cNvPr id="181" name="Conector: Curvo 233">
            <a:extLst>
              <a:ext uri="{FF2B5EF4-FFF2-40B4-BE49-F238E27FC236}">
                <a16:creationId xmlns:a16="http://schemas.microsoft.com/office/drawing/2014/main" id="{197B53AD-EE19-96D3-5717-B37B8E4CC970}"/>
              </a:ext>
            </a:extLst>
          </p:cNvPr>
          <p:cNvCxnSpPr>
            <a:stCxn id="30" idx="1"/>
            <a:endCxn id="19" idx="2"/>
          </p:cNvCxnSpPr>
          <p:nvPr/>
        </p:nvCxnSpPr>
        <p:spPr>
          <a:xfrm rot="10800000" flipH="1">
            <a:off x="6527985" y="1974062"/>
            <a:ext cx="119376" cy="860079"/>
          </a:xfrm>
          <a:prstGeom prst="curvedConnector3">
            <a:avLst>
              <a:gd name="adj1" fmla="val -191496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: Curvo 233">
            <a:extLst>
              <a:ext uri="{FF2B5EF4-FFF2-40B4-BE49-F238E27FC236}">
                <a16:creationId xmlns:a16="http://schemas.microsoft.com/office/drawing/2014/main" id="{197B53AD-EE19-96D3-5717-B37B8E4CC970}"/>
              </a:ext>
            </a:extLst>
          </p:cNvPr>
          <p:cNvCxnSpPr>
            <a:stCxn id="30" idx="3"/>
            <a:endCxn id="19" idx="6"/>
          </p:cNvCxnSpPr>
          <p:nvPr/>
        </p:nvCxnSpPr>
        <p:spPr>
          <a:xfrm flipH="1" flipV="1">
            <a:off x="7373075" y="1974061"/>
            <a:ext cx="201612" cy="860079"/>
          </a:xfrm>
          <a:prstGeom prst="curvedConnector3">
            <a:avLst>
              <a:gd name="adj1" fmla="val -113386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Fluxograma: Processo 198">
            <a:extLst>
              <a:ext uri="{FF2B5EF4-FFF2-40B4-BE49-F238E27FC236}">
                <a16:creationId xmlns:a16="http://schemas.microsoft.com/office/drawing/2014/main" id="{376D19AB-8BD1-D5B7-0F23-5D13901E6748}"/>
              </a:ext>
            </a:extLst>
          </p:cNvPr>
          <p:cNvSpPr/>
          <p:nvPr/>
        </p:nvSpPr>
        <p:spPr>
          <a:xfrm>
            <a:off x="3783790" y="2926270"/>
            <a:ext cx="1046702" cy="63170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Ressuprimento</a:t>
            </a:r>
            <a:r>
              <a:rPr lang="pt-BR" sz="9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das satélites</a:t>
            </a:r>
            <a:endParaRPr lang="pt-BR" sz="9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luxograma: Conector 206">
            <a:extLst>
              <a:ext uri="{FF2B5EF4-FFF2-40B4-BE49-F238E27FC236}">
                <a16:creationId xmlns:a16="http://schemas.microsoft.com/office/drawing/2014/main" id="{7946AE42-93D5-FF29-71CB-D4CD3F498D83}"/>
              </a:ext>
            </a:extLst>
          </p:cNvPr>
          <p:cNvSpPr/>
          <p:nvPr/>
        </p:nvSpPr>
        <p:spPr>
          <a:xfrm>
            <a:off x="2461984" y="2845243"/>
            <a:ext cx="921296" cy="88686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prescrição médica</a:t>
            </a:r>
          </a:p>
        </p:txBody>
      </p:sp>
      <p:cxnSp>
        <p:nvCxnSpPr>
          <p:cNvPr id="210" name="Conector: Curvo 112">
            <a:extLst>
              <a:ext uri="{FF2B5EF4-FFF2-40B4-BE49-F238E27FC236}">
                <a16:creationId xmlns:a16="http://schemas.microsoft.com/office/drawing/2014/main" id="{54F7D1CA-4EBA-FDDD-DDB5-51BE85A1DDD3}"/>
              </a:ext>
            </a:extLst>
          </p:cNvPr>
          <p:cNvCxnSpPr>
            <a:stCxn id="199" idx="1"/>
            <a:endCxn id="207" idx="6"/>
          </p:cNvCxnSpPr>
          <p:nvPr/>
        </p:nvCxnSpPr>
        <p:spPr>
          <a:xfrm rot="10800000" flipV="1">
            <a:off x="3383280" y="3242124"/>
            <a:ext cx="400510" cy="4654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ector: Curvo 112">
            <a:extLst>
              <a:ext uri="{FF2B5EF4-FFF2-40B4-BE49-F238E27FC236}">
                <a16:creationId xmlns:a16="http://schemas.microsoft.com/office/drawing/2014/main" id="{54F7D1CA-4EBA-FDDD-DDB5-51BE85A1DDD3}"/>
              </a:ext>
            </a:extLst>
          </p:cNvPr>
          <p:cNvCxnSpPr>
            <a:stCxn id="207" idx="2"/>
            <a:endCxn id="36" idx="3"/>
          </p:cNvCxnSpPr>
          <p:nvPr/>
        </p:nvCxnSpPr>
        <p:spPr>
          <a:xfrm rot="10800000" flipV="1">
            <a:off x="2080760" y="3288673"/>
            <a:ext cx="381224" cy="8686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Fluxograma: Conector 229">
            <a:extLst>
              <a:ext uri="{FF2B5EF4-FFF2-40B4-BE49-F238E27FC236}">
                <a16:creationId xmlns:a16="http://schemas.microsoft.com/office/drawing/2014/main" id="{7946AE42-93D5-FF29-71CB-D4CD3F498D83}"/>
              </a:ext>
            </a:extLst>
          </p:cNvPr>
          <p:cNvSpPr/>
          <p:nvPr/>
        </p:nvSpPr>
        <p:spPr>
          <a:xfrm>
            <a:off x="219010" y="4069457"/>
            <a:ext cx="1158869" cy="807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>
                <a:solidFill>
                  <a:schemeClr val="tx1"/>
                </a:solidFill>
              </a:rPr>
              <a:t>Aguardando </a:t>
            </a:r>
            <a:r>
              <a:rPr lang="pt-BR" sz="900" dirty="0" smtClean="0">
                <a:solidFill>
                  <a:schemeClr val="tx1"/>
                </a:solidFill>
              </a:rPr>
              <a:t>armazenamento na satélite</a:t>
            </a:r>
            <a:endParaRPr lang="pt-BR" sz="900" dirty="0">
              <a:solidFill>
                <a:schemeClr val="tx1"/>
              </a:solidFill>
            </a:endParaRPr>
          </a:p>
        </p:txBody>
      </p:sp>
      <p:cxnSp>
        <p:nvCxnSpPr>
          <p:cNvPr id="242" name="Conector: Curvo 118">
            <a:extLst>
              <a:ext uri="{FF2B5EF4-FFF2-40B4-BE49-F238E27FC236}">
                <a16:creationId xmlns:a16="http://schemas.microsoft.com/office/drawing/2014/main" id="{C708E5DE-3B39-5340-2FB1-6982997D631E}"/>
              </a:ext>
            </a:extLst>
          </p:cNvPr>
          <p:cNvCxnSpPr>
            <a:stCxn id="230" idx="4"/>
            <a:endCxn id="38" idx="0"/>
          </p:cNvCxnSpPr>
          <p:nvPr/>
        </p:nvCxnSpPr>
        <p:spPr>
          <a:xfrm rot="16200000" flipH="1">
            <a:off x="1089449" y="4585807"/>
            <a:ext cx="389178" cy="971187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CaixaDeTexto 248"/>
          <p:cNvSpPr txBox="1"/>
          <p:nvPr/>
        </p:nvSpPr>
        <p:spPr>
          <a:xfrm>
            <a:off x="7735866" y="5195525"/>
            <a:ext cx="2328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São 6 satélites</a:t>
            </a:r>
            <a:endParaRPr lang="pt-BR" dirty="0"/>
          </a:p>
        </p:txBody>
      </p:sp>
      <p:sp>
        <p:nvSpPr>
          <p:cNvPr id="381" name="Retângulo 380"/>
          <p:cNvSpPr/>
          <p:nvPr/>
        </p:nvSpPr>
        <p:spPr>
          <a:xfrm>
            <a:off x="2131531" y="5728101"/>
            <a:ext cx="183951" cy="167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</a:t>
            </a:r>
            <a:endParaRPr lang="pt-BR" dirty="0"/>
          </a:p>
        </p:txBody>
      </p: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13B8C77A-2674-4C57-9465-91A59843C472}"/>
              </a:ext>
            </a:extLst>
          </p:cNvPr>
          <p:cNvGrpSpPr/>
          <p:nvPr/>
        </p:nvGrpSpPr>
        <p:grpSpPr>
          <a:xfrm>
            <a:off x="3017425" y="2029161"/>
            <a:ext cx="1569789" cy="1952805"/>
            <a:chOff x="5417243" y="2327923"/>
            <a:chExt cx="1785784" cy="2436984"/>
          </a:xfrm>
        </p:grpSpPr>
        <p:sp>
          <p:nvSpPr>
            <p:cNvPr id="149" name="Fluxograma: Conector 148">
              <a:extLst>
                <a:ext uri="{FF2B5EF4-FFF2-40B4-BE49-F238E27FC236}">
                  <a16:creationId xmlns:a16="http://schemas.microsoft.com/office/drawing/2014/main" id="{D187D9A9-1228-D8E9-9AB8-F86547BD396B}"/>
                </a:ext>
              </a:extLst>
            </p:cNvPr>
            <p:cNvSpPr/>
            <p:nvPr/>
          </p:nvSpPr>
          <p:spPr>
            <a:xfrm>
              <a:off x="6477312" y="2327923"/>
              <a:ext cx="725715" cy="740228"/>
            </a:xfrm>
            <a:prstGeom prst="flowChartConnector">
              <a:avLst/>
            </a:prstGeom>
            <a:noFill/>
            <a:ln>
              <a:solidFill>
                <a:srgbClr val="FF00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rgbClr val="FF00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Aux. </a:t>
              </a:r>
            </a:p>
            <a:p>
              <a:pPr algn="ctr"/>
              <a:r>
                <a:rPr lang="pt-BR" sz="900" dirty="0" err="1">
                  <a:solidFill>
                    <a:srgbClr val="FF00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Far</a:t>
              </a:r>
              <a:r>
                <a:rPr lang="pt-BR" sz="900" dirty="0">
                  <a:solidFill>
                    <a:srgbClr val="FF00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cxnSp>
          <p:nvCxnSpPr>
            <p:cNvPr id="152" name="Conector: Curvo 277">
              <a:extLst>
                <a:ext uri="{FF2B5EF4-FFF2-40B4-BE49-F238E27FC236}">
                  <a16:creationId xmlns:a16="http://schemas.microsoft.com/office/drawing/2014/main" id="{97DAA308-1594-CD3F-2E96-A6DDDB81B83D}"/>
                </a:ext>
              </a:extLst>
            </p:cNvPr>
            <p:cNvCxnSpPr>
              <a:stCxn id="199" idx="1"/>
              <a:endCxn id="149" idx="2"/>
            </p:cNvCxnSpPr>
            <p:nvPr/>
          </p:nvCxnSpPr>
          <p:spPr>
            <a:xfrm rot="10800000" flipH="1">
              <a:off x="6289056" y="2698037"/>
              <a:ext cx="188256" cy="1143592"/>
            </a:xfrm>
            <a:prstGeom prst="curvedConnector3">
              <a:avLst>
                <a:gd name="adj1" fmla="val -138139"/>
              </a:avLst>
            </a:prstGeom>
            <a:ln>
              <a:solidFill>
                <a:srgbClr val="FF006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EC332408-E247-BBFC-8818-91C680D0D6E1}"/>
                </a:ext>
              </a:extLst>
            </p:cNvPr>
            <p:cNvSpPr txBox="1"/>
            <p:nvPr/>
          </p:nvSpPr>
          <p:spPr>
            <a:xfrm>
              <a:off x="5417243" y="4476842"/>
              <a:ext cx="418522" cy="288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900" b="1" dirty="0" smtClean="0">
                  <a:solidFill>
                    <a:srgbClr val="FF0066"/>
                  </a:solidFill>
                </a:rPr>
                <a:t>1</a:t>
              </a:r>
              <a:endParaRPr lang="pt-BR" sz="900" b="1" dirty="0">
                <a:solidFill>
                  <a:srgbClr val="FF0066"/>
                </a:solidFill>
              </a:endParaRPr>
            </a:p>
          </p:txBody>
        </p:sp>
      </p:grpSp>
      <p:cxnSp>
        <p:nvCxnSpPr>
          <p:cNvPr id="161" name="Conector: Curvo 277">
            <a:extLst>
              <a:ext uri="{FF2B5EF4-FFF2-40B4-BE49-F238E27FC236}">
                <a16:creationId xmlns:a16="http://schemas.microsoft.com/office/drawing/2014/main" id="{97DAA308-1594-CD3F-2E96-A6DDDB81B83D}"/>
              </a:ext>
            </a:extLst>
          </p:cNvPr>
          <p:cNvCxnSpPr>
            <a:stCxn id="149" idx="6"/>
            <a:endCxn id="199" idx="3"/>
          </p:cNvCxnSpPr>
          <p:nvPr/>
        </p:nvCxnSpPr>
        <p:spPr>
          <a:xfrm>
            <a:off x="4587214" y="2325741"/>
            <a:ext cx="243278" cy="916384"/>
          </a:xfrm>
          <a:prstGeom prst="curvedConnector3">
            <a:avLst>
              <a:gd name="adj1" fmla="val 193967"/>
            </a:avLst>
          </a:prstGeom>
          <a:ln>
            <a:solidFill>
              <a:srgbClr val="FF00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 155"/>
          <p:cNvSpPr/>
          <p:nvPr/>
        </p:nvSpPr>
        <p:spPr>
          <a:xfrm>
            <a:off x="7259062" y="2922435"/>
            <a:ext cx="362815" cy="34090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</a:t>
            </a:r>
            <a:endParaRPr lang="pt-BR" dirty="0"/>
          </a:p>
        </p:txBody>
      </p:sp>
      <p:sp>
        <p:nvSpPr>
          <p:cNvPr id="158" name="Retângulo 157"/>
          <p:cNvSpPr/>
          <p:nvPr/>
        </p:nvSpPr>
        <p:spPr>
          <a:xfrm>
            <a:off x="7168042" y="1324546"/>
            <a:ext cx="362815" cy="34090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0</a:t>
            </a:r>
          </a:p>
        </p:txBody>
      </p:sp>
      <p:sp>
        <p:nvSpPr>
          <p:cNvPr id="140" name="CaixaDeTexto 139"/>
          <p:cNvSpPr txBox="1"/>
          <p:nvPr/>
        </p:nvSpPr>
        <p:spPr>
          <a:xfrm>
            <a:off x="3830422" y="961219"/>
            <a:ext cx="201638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3</a:t>
            </a:r>
            <a:endParaRPr lang="pt-BR" sz="1000" dirty="0"/>
          </a:p>
        </p:txBody>
      </p:sp>
      <p:sp>
        <p:nvSpPr>
          <p:cNvPr id="237" name="CaixaDeTexto 236"/>
          <p:cNvSpPr txBox="1"/>
          <p:nvPr/>
        </p:nvSpPr>
        <p:spPr>
          <a:xfrm>
            <a:off x="1107372" y="1967913"/>
            <a:ext cx="188028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1</a:t>
            </a:r>
            <a:endParaRPr lang="pt-BR" sz="1000" dirty="0"/>
          </a:p>
        </p:txBody>
      </p:sp>
      <p:sp>
        <p:nvSpPr>
          <p:cNvPr id="243" name="CaixaDeTexto 242"/>
          <p:cNvSpPr txBox="1"/>
          <p:nvPr/>
        </p:nvSpPr>
        <p:spPr>
          <a:xfrm>
            <a:off x="1137434" y="984065"/>
            <a:ext cx="157966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2</a:t>
            </a:r>
            <a:endParaRPr lang="pt-BR" sz="1000" dirty="0"/>
          </a:p>
        </p:txBody>
      </p:sp>
      <p:sp>
        <p:nvSpPr>
          <p:cNvPr id="160" name="Retângulo 159"/>
          <p:cNvSpPr/>
          <p:nvPr/>
        </p:nvSpPr>
        <p:spPr>
          <a:xfrm>
            <a:off x="1896808" y="3520465"/>
            <a:ext cx="183951" cy="167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2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971714" y="1486835"/>
            <a:ext cx="15034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smtClean="0"/>
              <a:t>random.triangular(0.16, 0.33, 1.5)</a:t>
            </a:r>
            <a:endParaRPr lang="pt-BR" sz="1000"/>
          </a:p>
        </p:txBody>
      </p:sp>
      <p:sp>
        <p:nvSpPr>
          <p:cNvPr id="26" name="Retângulo 25"/>
          <p:cNvSpPr/>
          <p:nvPr/>
        </p:nvSpPr>
        <p:spPr>
          <a:xfrm>
            <a:off x="6250702" y="606111"/>
            <a:ext cx="13778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/>
              <a:t>random.triangular</a:t>
            </a:r>
            <a:r>
              <a:rPr lang="pt-BR" sz="1000" dirty="0"/>
              <a:t>(20, 30, 40)</a:t>
            </a:r>
          </a:p>
        </p:txBody>
      </p:sp>
      <p:sp>
        <p:nvSpPr>
          <p:cNvPr id="31" name="Retângulo 30"/>
          <p:cNvSpPr/>
          <p:nvPr/>
        </p:nvSpPr>
        <p:spPr>
          <a:xfrm>
            <a:off x="3652091" y="1338912"/>
            <a:ext cx="13106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>
                <a:latin typeface="Consolas" panose="020B0609020204030204" pitchFamily="49" charset="0"/>
              </a:rPr>
              <a:t>random.gammavariate</a:t>
            </a:r>
            <a:r>
              <a:rPr lang="pt-BR" sz="1000" dirty="0">
                <a:latin typeface="Consolas" panose="020B0609020204030204" pitchFamily="49" charset="0"/>
              </a:rPr>
              <a:t>(2, 1)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8698598" y="592586"/>
            <a:ext cx="15549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>
                <a:latin typeface="Consolas" panose="020B0609020204030204" pitchFamily="49" charset="0"/>
              </a:rPr>
              <a:t>random.triangular</a:t>
            </a:r>
            <a:r>
              <a:rPr lang="pt-BR" sz="1000" dirty="0">
                <a:latin typeface="Consolas" panose="020B0609020204030204" pitchFamily="49" charset="0"/>
              </a:rPr>
              <a:t>(0.17, 1, 2)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10808804" y="3638818"/>
            <a:ext cx="144642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>
                <a:latin typeface="Consolas" panose="020B0609020204030204" pitchFamily="49" charset="0"/>
              </a:rPr>
              <a:t>random.weibullvariate</a:t>
            </a:r>
            <a:r>
              <a:rPr lang="pt-BR" sz="1000" dirty="0">
                <a:latin typeface="Consolas" panose="020B0609020204030204" pitchFamily="49" charset="0"/>
              </a:rPr>
              <a:t>(283.546, 16.000)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9803810" y="2484092"/>
            <a:ext cx="111477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smtClean="0">
                <a:latin typeface="Consolas" panose="020B0609020204030204" pitchFamily="49" charset="0"/>
              </a:rPr>
              <a:t>random.weibullvariate(35.520, 8.152)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6422016" y="3162085"/>
            <a:ext cx="14175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 smtClean="0">
                <a:latin typeface="Consolas" panose="020B0609020204030204" pitchFamily="49" charset="0"/>
              </a:rPr>
              <a:t>random.triangular</a:t>
            </a:r>
            <a:r>
              <a:rPr lang="pt-BR" sz="1000" dirty="0" smtClean="0">
                <a:latin typeface="Consolas" panose="020B0609020204030204" pitchFamily="49" charset="0"/>
              </a:rPr>
              <a:t>(20, 40, 60)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3710977" y="3356320"/>
            <a:ext cx="125176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smtClean="0">
                <a:latin typeface="Consolas" panose="020B0609020204030204" pitchFamily="49" charset="0"/>
              </a:rPr>
              <a:t>random.triangular(80, 120, 180)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52" name="Retângulo 51"/>
          <p:cNvSpPr/>
          <p:nvPr/>
        </p:nvSpPr>
        <p:spPr>
          <a:xfrm>
            <a:off x="938355" y="3625879"/>
            <a:ext cx="13221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>
                <a:latin typeface="Consolas" panose="020B0609020204030204" pitchFamily="49" charset="0"/>
              </a:rPr>
              <a:t>random.triangular</a:t>
            </a:r>
            <a:r>
              <a:rPr lang="pt-BR" sz="1000" dirty="0">
                <a:latin typeface="Consolas" panose="020B0609020204030204" pitchFamily="49" charset="0"/>
              </a:rPr>
              <a:t>(30, 40, 150)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54" name="Retângulo 53"/>
          <p:cNvSpPr/>
          <p:nvPr/>
        </p:nvSpPr>
        <p:spPr>
          <a:xfrm>
            <a:off x="6077368" y="6204287"/>
            <a:ext cx="13274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>
                <a:latin typeface="Consolas" panose="020B0609020204030204" pitchFamily="49" charset="0"/>
              </a:rPr>
              <a:t>random.betavariate</a:t>
            </a:r>
            <a:r>
              <a:rPr lang="pt-BR" sz="1000" dirty="0">
                <a:latin typeface="Consolas" panose="020B0609020204030204" pitchFamily="49" charset="0"/>
              </a:rPr>
              <a:t>(0.736, 1.233)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6045244" y="3738824"/>
            <a:ext cx="14656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>
                <a:latin typeface="Consolas" panose="020B0609020204030204" pitchFamily="49" charset="0"/>
              </a:rPr>
              <a:t>random.lognormvariate</a:t>
            </a:r>
            <a:r>
              <a:rPr lang="pt-BR" sz="1000" dirty="0">
                <a:latin typeface="Consolas" panose="020B0609020204030204" pitchFamily="49" charset="0"/>
              </a:rPr>
              <a:t>(0.122, 0.887)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60" name="Retângulo 59"/>
          <p:cNvSpPr/>
          <p:nvPr/>
        </p:nvSpPr>
        <p:spPr>
          <a:xfrm>
            <a:off x="914749" y="2398362"/>
            <a:ext cx="13871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 err="1">
                <a:latin typeface="Consolas" panose="020B0609020204030204" pitchFamily="49" charset="0"/>
              </a:rPr>
              <a:t>random.triangular</a:t>
            </a:r>
            <a:r>
              <a:rPr lang="pt-BR" sz="1000" dirty="0">
                <a:latin typeface="Consolas" panose="020B0609020204030204" pitchFamily="49" charset="0"/>
              </a:rPr>
              <a:t>(96, 144, 720)</a:t>
            </a:r>
            <a:endParaRPr lang="pt-BR" sz="1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66" name="CaixaDeTexto 165"/>
          <p:cNvSpPr txBox="1"/>
          <p:nvPr/>
        </p:nvSpPr>
        <p:spPr>
          <a:xfrm>
            <a:off x="6444269" y="984064"/>
            <a:ext cx="201638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4</a:t>
            </a:r>
            <a:endParaRPr lang="pt-BR" sz="1000" dirty="0"/>
          </a:p>
        </p:txBody>
      </p:sp>
      <p:sp>
        <p:nvSpPr>
          <p:cNvPr id="167" name="CaixaDeTexto 166"/>
          <p:cNvSpPr txBox="1"/>
          <p:nvPr/>
        </p:nvSpPr>
        <p:spPr>
          <a:xfrm>
            <a:off x="8972655" y="950851"/>
            <a:ext cx="201638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6</a:t>
            </a:r>
            <a:endParaRPr lang="pt-BR" sz="1000" dirty="0"/>
          </a:p>
        </p:txBody>
      </p:sp>
      <p:sp>
        <p:nvSpPr>
          <p:cNvPr id="168" name="CaixaDeTexto 167"/>
          <p:cNvSpPr txBox="1"/>
          <p:nvPr/>
        </p:nvSpPr>
        <p:spPr>
          <a:xfrm>
            <a:off x="11070369" y="2964142"/>
            <a:ext cx="201638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7</a:t>
            </a:r>
            <a:endParaRPr lang="pt-BR" sz="1000" dirty="0"/>
          </a:p>
        </p:txBody>
      </p:sp>
      <p:sp>
        <p:nvSpPr>
          <p:cNvPr id="169" name="CaixaDeTexto 168"/>
          <p:cNvSpPr txBox="1"/>
          <p:nvPr/>
        </p:nvSpPr>
        <p:spPr>
          <a:xfrm>
            <a:off x="9817901" y="2972315"/>
            <a:ext cx="201638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8</a:t>
            </a:r>
            <a:endParaRPr lang="pt-BR" sz="1000" dirty="0"/>
          </a:p>
        </p:txBody>
      </p:sp>
      <p:sp>
        <p:nvSpPr>
          <p:cNvPr id="170" name="CaixaDeTexto 169"/>
          <p:cNvSpPr txBox="1"/>
          <p:nvPr/>
        </p:nvSpPr>
        <p:spPr>
          <a:xfrm>
            <a:off x="6534653" y="2500632"/>
            <a:ext cx="201638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9</a:t>
            </a:r>
            <a:endParaRPr lang="pt-BR" sz="1000" dirty="0"/>
          </a:p>
        </p:txBody>
      </p:sp>
      <p:sp>
        <p:nvSpPr>
          <p:cNvPr id="171" name="CaixaDeTexto 170"/>
          <p:cNvSpPr txBox="1"/>
          <p:nvPr/>
        </p:nvSpPr>
        <p:spPr>
          <a:xfrm>
            <a:off x="3797652" y="2936158"/>
            <a:ext cx="460213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10</a:t>
            </a:r>
            <a:endParaRPr lang="pt-BR" sz="1000" dirty="0"/>
          </a:p>
        </p:txBody>
      </p:sp>
      <p:sp>
        <p:nvSpPr>
          <p:cNvPr id="183" name="CaixaDeTexto 182"/>
          <p:cNvSpPr txBox="1"/>
          <p:nvPr/>
        </p:nvSpPr>
        <p:spPr>
          <a:xfrm>
            <a:off x="954707" y="3096489"/>
            <a:ext cx="460213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11</a:t>
            </a:r>
            <a:endParaRPr lang="pt-BR" sz="1000" dirty="0"/>
          </a:p>
        </p:txBody>
      </p:sp>
      <p:sp>
        <p:nvSpPr>
          <p:cNvPr id="184" name="CaixaDeTexto 183"/>
          <p:cNvSpPr txBox="1"/>
          <p:nvPr/>
        </p:nvSpPr>
        <p:spPr>
          <a:xfrm>
            <a:off x="1194697" y="5268759"/>
            <a:ext cx="460213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12</a:t>
            </a:r>
            <a:endParaRPr lang="pt-BR" sz="1000" dirty="0"/>
          </a:p>
        </p:txBody>
      </p:sp>
      <p:sp>
        <p:nvSpPr>
          <p:cNvPr id="185" name="CaixaDeTexto 184"/>
          <p:cNvSpPr txBox="1"/>
          <p:nvPr/>
        </p:nvSpPr>
        <p:spPr>
          <a:xfrm>
            <a:off x="6175259" y="4079864"/>
            <a:ext cx="460213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14</a:t>
            </a:r>
            <a:endParaRPr lang="pt-BR" sz="1000" dirty="0"/>
          </a:p>
        </p:txBody>
      </p:sp>
      <p:sp>
        <p:nvSpPr>
          <p:cNvPr id="186" name="CaixaDeTexto 185"/>
          <p:cNvSpPr txBox="1"/>
          <p:nvPr/>
        </p:nvSpPr>
        <p:spPr>
          <a:xfrm>
            <a:off x="6121781" y="5578742"/>
            <a:ext cx="460213" cy="246221"/>
          </a:xfrm>
          <a:prstGeom prst="rect">
            <a:avLst/>
          </a:prstGeom>
          <a:noFill/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000" dirty="0" smtClean="0"/>
              <a:t>13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73292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30" grpId="0" animBg="1"/>
      <p:bldP spid="32" grpId="0" animBg="1"/>
      <p:bldP spid="36" grpId="0" animBg="1"/>
      <p:bldP spid="38" grpId="0" animBg="1"/>
      <p:bldP spid="40" grpId="0" animBg="1"/>
      <p:bldP spid="41" grpId="0" animBg="1"/>
      <p:bldP spid="44" grpId="0" animBg="1"/>
      <p:bldP spid="45" grpId="0" animBg="1"/>
      <p:bldP spid="27" grpId="0" animBg="1"/>
      <p:bldP spid="215" grpId="0"/>
      <p:bldP spid="173" grpId="0" animBg="1"/>
      <p:bldP spid="176" grpId="0" animBg="1"/>
      <p:bldP spid="199" grpId="0" animBg="1"/>
      <p:bldP spid="207" grpId="0" animBg="1"/>
      <p:bldP spid="230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322</Words>
  <Application>Microsoft Office PowerPoint</Application>
  <PresentationFormat>Widescreen</PresentationFormat>
  <Paragraphs>110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Consolas</vt:lpstr>
      <vt:lpstr>Tema do Office</vt:lpstr>
      <vt:lpstr>RECEBIMENTO  E DISPENSAÇÃO DE MATERAIS MÉDICO HOSPITALARES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RECEBIMENTO  E DISPENSAÇÃO DE MATERAIS MÉDICO HOSPITALARES</dc:title>
  <dc:creator>Sabrina Vieira de Andrade</dc:creator>
  <cp:lastModifiedBy>Soares</cp:lastModifiedBy>
  <cp:revision>47</cp:revision>
  <dcterms:created xsi:type="dcterms:W3CDTF">2025-09-09T14:50:01Z</dcterms:created>
  <dcterms:modified xsi:type="dcterms:W3CDTF">2025-11-10T02:47:29Z</dcterms:modified>
</cp:coreProperties>
</file>